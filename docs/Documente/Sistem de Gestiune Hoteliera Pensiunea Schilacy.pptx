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58C3CD-CC03-480B-90C6-FD76DFDE587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8C5794B-EAFB-41C7-A98D-724E2182BD2A}">
      <dgm:prSet/>
      <dgm:spPr/>
      <dgm:t>
        <a:bodyPr/>
        <a:lstStyle/>
        <a:p>
          <a:r>
            <a:rPr lang="en-US" b="1" dirty="0" err="1"/>
            <a:t>Roluri</a:t>
          </a:r>
          <a:r>
            <a:rPr lang="en-US" b="1" dirty="0"/>
            <a:t>: </a:t>
          </a:r>
          <a:r>
            <a:rPr lang="en-US" dirty="0"/>
            <a:t>Recep</a:t>
          </a:r>
          <a:r>
            <a:rPr lang="ro-RO" dirty="0"/>
            <a:t>ț</a:t>
          </a:r>
          <a:r>
            <a:rPr lang="en-US" dirty="0" err="1"/>
            <a:t>ioner</a:t>
          </a:r>
          <a:r>
            <a:rPr lang="ro-RO" dirty="0"/>
            <a:t> și </a:t>
          </a:r>
          <a:r>
            <a:rPr lang="en-US" dirty="0"/>
            <a:t>Manager</a:t>
          </a:r>
          <a:r>
            <a:rPr lang="ro-RO" dirty="0"/>
            <a:t> (Administrator)</a:t>
          </a:r>
          <a:endParaRPr lang="en-US" dirty="0"/>
        </a:p>
      </dgm:t>
    </dgm:pt>
    <dgm:pt modelId="{7E643144-A2EC-4835-9F7A-CDE149DE32B6}" type="parTrans" cxnId="{69D0EFED-B136-4504-8C90-598B7083C18A}">
      <dgm:prSet/>
      <dgm:spPr/>
      <dgm:t>
        <a:bodyPr/>
        <a:lstStyle/>
        <a:p>
          <a:endParaRPr lang="en-US"/>
        </a:p>
      </dgm:t>
    </dgm:pt>
    <dgm:pt modelId="{93D1B521-7B7C-4C90-A551-991B1FB111EF}" type="sibTrans" cxnId="{69D0EFED-B136-4504-8C90-598B7083C18A}">
      <dgm:prSet/>
      <dgm:spPr/>
      <dgm:t>
        <a:bodyPr/>
        <a:lstStyle/>
        <a:p>
          <a:endParaRPr lang="en-US"/>
        </a:p>
      </dgm:t>
    </dgm:pt>
    <dgm:pt modelId="{15FBE1AD-4776-42ED-83C0-A9498BF118C0}">
      <dgm:prSet/>
      <dgm:spPr/>
      <dgm:t>
        <a:bodyPr/>
        <a:lstStyle/>
        <a:p>
          <a:r>
            <a:rPr lang="en-US" b="1" dirty="0"/>
            <a:t>Flux </a:t>
          </a:r>
          <a:r>
            <a:rPr lang="en-US" b="1" dirty="0" err="1"/>
            <a:t>Automatizat</a:t>
          </a:r>
          <a:r>
            <a:rPr lang="en-US" b="1" dirty="0"/>
            <a:t>: </a:t>
          </a:r>
          <a:r>
            <a:rPr lang="en-US" dirty="0" err="1"/>
            <a:t>Rezervare</a:t>
          </a:r>
          <a:r>
            <a:rPr lang="en-US" dirty="0"/>
            <a:t> -&gt; Check-in -&gt; </a:t>
          </a:r>
          <a:r>
            <a:rPr lang="en-US" dirty="0" err="1"/>
            <a:t>Facturare</a:t>
          </a:r>
          <a:endParaRPr lang="en-US" dirty="0"/>
        </a:p>
      </dgm:t>
    </dgm:pt>
    <dgm:pt modelId="{B0E9E0CE-4484-4443-96B9-AE78F4DDCF4F}" type="parTrans" cxnId="{3349636C-3E24-4586-8019-C38DA7CAA4E7}">
      <dgm:prSet/>
      <dgm:spPr/>
      <dgm:t>
        <a:bodyPr/>
        <a:lstStyle/>
        <a:p>
          <a:endParaRPr lang="en-US"/>
        </a:p>
      </dgm:t>
    </dgm:pt>
    <dgm:pt modelId="{B4067658-43A0-47AA-A698-9EA724A21980}" type="sibTrans" cxnId="{3349636C-3E24-4586-8019-C38DA7CAA4E7}">
      <dgm:prSet/>
      <dgm:spPr/>
      <dgm:t>
        <a:bodyPr/>
        <a:lstStyle/>
        <a:p>
          <a:endParaRPr lang="en-US"/>
        </a:p>
      </dgm:t>
    </dgm:pt>
    <dgm:pt modelId="{E78822C5-556D-438D-BD86-9FEA1FFA3E29}">
      <dgm:prSet/>
      <dgm:spPr/>
      <dgm:t>
        <a:bodyPr/>
        <a:lstStyle/>
        <a:p>
          <a:r>
            <a:rPr lang="en-US" b="1" dirty="0" err="1"/>
            <a:t>Financiar</a:t>
          </a:r>
          <a:r>
            <a:rPr lang="en-US" b="1" dirty="0"/>
            <a:t>: </a:t>
          </a:r>
          <a:r>
            <a:rPr lang="en-US" dirty="0" err="1"/>
            <a:t>Calculul</a:t>
          </a:r>
          <a:r>
            <a:rPr lang="en-US" dirty="0"/>
            <a:t> automat al </a:t>
          </a:r>
          <a:r>
            <a:rPr lang="en-US" dirty="0" err="1"/>
            <a:t>costului</a:t>
          </a:r>
          <a:r>
            <a:rPr lang="en-US" dirty="0"/>
            <a:t> </a:t>
          </a:r>
          <a:r>
            <a:rPr lang="ro-RO" dirty="0"/>
            <a:t>ș</a:t>
          </a:r>
          <a:r>
            <a:rPr lang="en-US" dirty="0" err="1"/>
            <a:t>i</a:t>
          </a:r>
          <a:r>
            <a:rPr lang="en-US" dirty="0"/>
            <a:t> </a:t>
          </a:r>
          <a:r>
            <a:rPr lang="en-US" dirty="0" err="1"/>
            <a:t>generarea</a:t>
          </a:r>
          <a:r>
            <a:rPr lang="en-US" dirty="0"/>
            <a:t> </a:t>
          </a:r>
          <a:r>
            <a:rPr lang="en-US" dirty="0" err="1"/>
            <a:t>facturii</a:t>
          </a:r>
          <a:r>
            <a:rPr lang="en-US" dirty="0"/>
            <a:t>.</a:t>
          </a:r>
        </a:p>
      </dgm:t>
    </dgm:pt>
    <dgm:pt modelId="{220ACB8E-283E-4E6C-89EF-E37CEF95A855}" type="parTrans" cxnId="{BCF9973A-DA6D-4A87-91C6-9DD5E566986D}">
      <dgm:prSet/>
      <dgm:spPr/>
      <dgm:t>
        <a:bodyPr/>
        <a:lstStyle/>
        <a:p>
          <a:endParaRPr lang="en-US"/>
        </a:p>
      </dgm:t>
    </dgm:pt>
    <dgm:pt modelId="{06227D3F-96C5-446D-82F7-20414FBFF1C8}" type="sibTrans" cxnId="{BCF9973A-DA6D-4A87-91C6-9DD5E566986D}">
      <dgm:prSet/>
      <dgm:spPr/>
      <dgm:t>
        <a:bodyPr/>
        <a:lstStyle/>
        <a:p>
          <a:endParaRPr lang="en-US"/>
        </a:p>
      </dgm:t>
    </dgm:pt>
    <dgm:pt modelId="{2AD25292-6C69-44F8-8D6B-7F0D080A25BC}" type="pres">
      <dgm:prSet presAssocID="{7D58C3CD-CC03-480B-90C6-FD76DFDE587D}" presName="root" presStyleCnt="0">
        <dgm:presLayoutVars>
          <dgm:dir/>
          <dgm:resizeHandles val="exact"/>
        </dgm:presLayoutVars>
      </dgm:prSet>
      <dgm:spPr/>
    </dgm:pt>
    <dgm:pt modelId="{B4BBAEE9-EB6D-45B1-A6CA-9BBB0EADC9C3}" type="pres">
      <dgm:prSet presAssocID="{F8C5794B-EAFB-41C7-A98D-724E2182BD2A}" presName="compNode" presStyleCnt="0"/>
      <dgm:spPr/>
    </dgm:pt>
    <dgm:pt modelId="{9917FBB2-C3DB-43BC-98AF-EA7AF8BEB8E2}" type="pres">
      <dgm:prSet presAssocID="{F8C5794B-EAFB-41C7-A98D-724E2182BD2A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F497B8EC-062B-4D56-BA9E-8B29C793FF2C}" type="pres">
      <dgm:prSet presAssocID="{F8C5794B-EAFB-41C7-A98D-724E2182BD2A}" presName="spaceRect" presStyleCnt="0"/>
      <dgm:spPr/>
    </dgm:pt>
    <dgm:pt modelId="{E296FD7C-F16F-4E6A-B865-55CEAFEB9F18}" type="pres">
      <dgm:prSet presAssocID="{F8C5794B-EAFB-41C7-A98D-724E2182BD2A}" presName="textRect" presStyleLbl="revTx" presStyleIdx="0" presStyleCnt="3">
        <dgm:presLayoutVars>
          <dgm:chMax val="1"/>
          <dgm:chPref val="1"/>
        </dgm:presLayoutVars>
      </dgm:prSet>
      <dgm:spPr/>
    </dgm:pt>
    <dgm:pt modelId="{302C48AD-17DA-47D3-A5B9-082E03D15F8F}" type="pres">
      <dgm:prSet presAssocID="{93D1B521-7B7C-4C90-A551-991B1FB111EF}" presName="sibTrans" presStyleCnt="0"/>
      <dgm:spPr/>
    </dgm:pt>
    <dgm:pt modelId="{D736C40C-A701-4904-9655-175DBE6024C1}" type="pres">
      <dgm:prSet presAssocID="{15FBE1AD-4776-42ED-83C0-A9498BF118C0}" presName="compNode" presStyleCnt="0"/>
      <dgm:spPr/>
    </dgm:pt>
    <dgm:pt modelId="{AE2CD2F0-B4F3-4D3E-893B-0B7483BF24E4}" type="pres">
      <dgm:prSet presAssocID="{15FBE1AD-4776-42ED-83C0-A9498BF118C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Venn Diagram"/>
        </a:ext>
      </dgm:extLst>
    </dgm:pt>
    <dgm:pt modelId="{64ED34FD-9429-4AD8-AFE0-1CEFCDB18DDA}" type="pres">
      <dgm:prSet presAssocID="{15FBE1AD-4776-42ED-83C0-A9498BF118C0}" presName="spaceRect" presStyleCnt="0"/>
      <dgm:spPr/>
    </dgm:pt>
    <dgm:pt modelId="{4395F943-C294-47B8-8E4C-69A26F281DEB}" type="pres">
      <dgm:prSet presAssocID="{15FBE1AD-4776-42ED-83C0-A9498BF118C0}" presName="textRect" presStyleLbl="revTx" presStyleIdx="1" presStyleCnt="3">
        <dgm:presLayoutVars>
          <dgm:chMax val="1"/>
          <dgm:chPref val="1"/>
        </dgm:presLayoutVars>
      </dgm:prSet>
      <dgm:spPr/>
    </dgm:pt>
    <dgm:pt modelId="{EBC948FF-7050-4C27-949B-63D877AC2CD1}" type="pres">
      <dgm:prSet presAssocID="{B4067658-43A0-47AA-A698-9EA724A21980}" presName="sibTrans" presStyleCnt="0"/>
      <dgm:spPr/>
    </dgm:pt>
    <dgm:pt modelId="{B1A98C20-92EA-4C9B-9412-F7C0E388FE27}" type="pres">
      <dgm:prSet presAssocID="{E78822C5-556D-438D-BD86-9FEA1FFA3E29}" presName="compNode" presStyleCnt="0"/>
      <dgm:spPr/>
    </dgm:pt>
    <dgm:pt modelId="{78EB5D8F-055C-473B-930E-4748905C07B7}" type="pres">
      <dgm:prSet presAssocID="{E78822C5-556D-438D-BD86-9FEA1FFA3E2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63EDB255-F8EC-4D78-AC5F-69258EE6AE64}" type="pres">
      <dgm:prSet presAssocID="{E78822C5-556D-438D-BD86-9FEA1FFA3E29}" presName="spaceRect" presStyleCnt="0"/>
      <dgm:spPr/>
    </dgm:pt>
    <dgm:pt modelId="{5BEDEE16-BB2F-4987-AD62-FC9461A51278}" type="pres">
      <dgm:prSet presAssocID="{E78822C5-556D-438D-BD86-9FEA1FFA3E2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8B8FDC26-81DF-4C8E-BB9B-621ED75277EB}" type="presOf" srcId="{7D58C3CD-CC03-480B-90C6-FD76DFDE587D}" destId="{2AD25292-6C69-44F8-8D6B-7F0D080A25BC}" srcOrd="0" destOrd="0" presId="urn:microsoft.com/office/officeart/2018/2/layout/IconLabelList"/>
    <dgm:cxn modelId="{BCF9973A-DA6D-4A87-91C6-9DD5E566986D}" srcId="{7D58C3CD-CC03-480B-90C6-FD76DFDE587D}" destId="{E78822C5-556D-438D-BD86-9FEA1FFA3E29}" srcOrd="2" destOrd="0" parTransId="{220ACB8E-283E-4E6C-89EF-E37CEF95A855}" sibTransId="{06227D3F-96C5-446D-82F7-20414FBFF1C8}"/>
    <dgm:cxn modelId="{B0C5D53F-E751-4FE6-89B0-A54EC18CFB9D}" type="presOf" srcId="{F8C5794B-EAFB-41C7-A98D-724E2182BD2A}" destId="{E296FD7C-F16F-4E6A-B865-55CEAFEB9F18}" srcOrd="0" destOrd="0" presId="urn:microsoft.com/office/officeart/2018/2/layout/IconLabelList"/>
    <dgm:cxn modelId="{3349636C-3E24-4586-8019-C38DA7CAA4E7}" srcId="{7D58C3CD-CC03-480B-90C6-FD76DFDE587D}" destId="{15FBE1AD-4776-42ED-83C0-A9498BF118C0}" srcOrd="1" destOrd="0" parTransId="{B0E9E0CE-4484-4443-96B9-AE78F4DDCF4F}" sibTransId="{B4067658-43A0-47AA-A698-9EA724A21980}"/>
    <dgm:cxn modelId="{E8424358-B9B2-49D8-A0FA-9021B4249521}" type="presOf" srcId="{15FBE1AD-4776-42ED-83C0-A9498BF118C0}" destId="{4395F943-C294-47B8-8E4C-69A26F281DEB}" srcOrd="0" destOrd="0" presId="urn:microsoft.com/office/officeart/2018/2/layout/IconLabelList"/>
    <dgm:cxn modelId="{E33349DF-9CA9-42EE-81A1-3BC80F268B63}" type="presOf" srcId="{E78822C5-556D-438D-BD86-9FEA1FFA3E29}" destId="{5BEDEE16-BB2F-4987-AD62-FC9461A51278}" srcOrd="0" destOrd="0" presId="urn:microsoft.com/office/officeart/2018/2/layout/IconLabelList"/>
    <dgm:cxn modelId="{69D0EFED-B136-4504-8C90-598B7083C18A}" srcId="{7D58C3CD-CC03-480B-90C6-FD76DFDE587D}" destId="{F8C5794B-EAFB-41C7-A98D-724E2182BD2A}" srcOrd="0" destOrd="0" parTransId="{7E643144-A2EC-4835-9F7A-CDE149DE32B6}" sibTransId="{93D1B521-7B7C-4C90-A551-991B1FB111EF}"/>
    <dgm:cxn modelId="{568C8602-6D6F-4CF8-BBE0-6EDA08A648F1}" type="presParOf" srcId="{2AD25292-6C69-44F8-8D6B-7F0D080A25BC}" destId="{B4BBAEE9-EB6D-45B1-A6CA-9BBB0EADC9C3}" srcOrd="0" destOrd="0" presId="urn:microsoft.com/office/officeart/2018/2/layout/IconLabelList"/>
    <dgm:cxn modelId="{4FFF358D-FDB8-4E7A-B516-6FC79476ED72}" type="presParOf" srcId="{B4BBAEE9-EB6D-45B1-A6CA-9BBB0EADC9C3}" destId="{9917FBB2-C3DB-43BC-98AF-EA7AF8BEB8E2}" srcOrd="0" destOrd="0" presId="urn:microsoft.com/office/officeart/2018/2/layout/IconLabelList"/>
    <dgm:cxn modelId="{620310A2-E232-47BF-8144-81B3A9B66126}" type="presParOf" srcId="{B4BBAEE9-EB6D-45B1-A6CA-9BBB0EADC9C3}" destId="{F497B8EC-062B-4D56-BA9E-8B29C793FF2C}" srcOrd="1" destOrd="0" presId="urn:microsoft.com/office/officeart/2018/2/layout/IconLabelList"/>
    <dgm:cxn modelId="{E875B61F-BE39-4F60-B56A-5D46A967536C}" type="presParOf" srcId="{B4BBAEE9-EB6D-45B1-A6CA-9BBB0EADC9C3}" destId="{E296FD7C-F16F-4E6A-B865-55CEAFEB9F18}" srcOrd="2" destOrd="0" presId="urn:microsoft.com/office/officeart/2018/2/layout/IconLabelList"/>
    <dgm:cxn modelId="{10C3C073-52FD-46A1-88C0-DC2A794F6D20}" type="presParOf" srcId="{2AD25292-6C69-44F8-8D6B-7F0D080A25BC}" destId="{302C48AD-17DA-47D3-A5B9-082E03D15F8F}" srcOrd="1" destOrd="0" presId="urn:microsoft.com/office/officeart/2018/2/layout/IconLabelList"/>
    <dgm:cxn modelId="{D866AA72-2668-47B1-A0D0-DF7D1505649C}" type="presParOf" srcId="{2AD25292-6C69-44F8-8D6B-7F0D080A25BC}" destId="{D736C40C-A701-4904-9655-175DBE6024C1}" srcOrd="2" destOrd="0" presId="urn:microsoft.com/office/officeart/2018/2/layout/IconLabelList"/>
    <dgm:cxn modelId="{A750BFEF-FEA9-456C-9BA0-0D68BC2EBFCD}" type="presParOf" srcId="{D736C40C-A701-4904-9655-175DBE6024C1}" destId="{AE2CD2F0-B4F3-4D3E-893B-0B7483BF24E4}" srcOrd="0" destOrd="0" presId="urn:microsoft.com/office/officeart/2018/2/layout/IconLabelList"/>
    <dgm:cxn modelId="{F6AF7871-E94E-40B7-BA9E-E48E73FE52F5}" type="presParOf" srcId="{D736C40C-A701-4904-9655-175DBE6024C1}" destId="{64ED34FD-9429-4AD8-AFE0-1CEFCDB18DDA}" srcOrd="1" destOrd="0" presId="urn:microsoft.com/office/officeart/2018/2/layout/IconLabelList"/>
    <dgm:cxn modelId="{1CF2647D-A2A8-4D18-AE16-B625D319F1E1}" type="presParOf" srcId="{D736C40C-A701-4904-9655-175DBE6024C1}" destId="{4395F943-C294-47B8-8E4C-69A26F281DEB}" srcOrd="2" destOrd="0" presId="urn:microsoft.com/office/officeart/2018/2/layout/IconLabelList"/>
    <dgm:cxn modelId="{730E7AF4-C505-48DD-A949-CF238844F9AB}" type="presParOf" srcId="{2AD25292-6C69-44F8-8D6B-7F0D080A25BC}" destId="{EBC948FF-7050-4C27-949B-63D877AC2CD1}" srcOrd="3" destOrd="0" presId="urn:microsoft.com/office/officeart/2018/2/layout/IconLabelList"/>
    <dgm:cxn modelId="{1AC6E495-953F-46A9-BE28-2EBC9C92A085}" type="presParOf" srcId="{2AD25292-6C69-44F8-8D6B-7F0D080A25BC}" destId="{B1A98C20-92EA-4C9B-9412-F7C0E388FE27}" srcOrd="4" destOrd="0" presId="urn:microsoft.com/office/officeart/2018/2/layout/IconLabelList"/>
    <dgm:cxn modelId="{31483605-45EB-4C4E-9D86-9601F8D9CCA2}" type="presParOf" srcId="{B1A98C20-92EA-4C9B-9412-F7C0E388FE27}" destId="{78EB5D8F-055C-473B-930E-4748905C07B7}" srcOrd="0" destOrd="0" presId="urn:microsoft.com/office/officeart/2018/2/layout/IconLabelList"/>
    <dgm:cxn modelId="{E6B6C244-5E0F-486B-8EF6-D031581B1538}" type="presParOf" srcId="{B1A98C20-92EA-4C9B-9412-F7C0E388FE27}" destId="{63EDB255-F8EC-4D78-AC5F-69258EE6AE64}" srcOrd="1" destOrd="0" presId="urn:microsoft.com/office/officeart/2018/2/layout/IconLabelList"/>
    <dgm:cxn modelId="{EBB6C868-7D10-4754-ABE8-1067DF6DC783}" type="presParOf" srcId="{B1A98C20-92EA-4C9B-9412-F7C0E388FE27}" destId="{5BEDEE16-BB2F-4987-AD62-FC9461A51278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459D848-F307-4265-AD80-EEEA7A1282E8}" type="doc">
      <dgm:prSet loTypeId="urn:microsoft.com/office/officeart/2005/8/layout/hierarchy3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01CF248-CA69-45A2-AABF-A634FEFD8BFA}">
      <dgm:prSet/>
      <dgm:spPr/>
      <dgm:t>
        <a:bodyPr/>
        <a:lstStyle/>
        <a:p>
          <a:r>
            <a:rPr lang="en-US"/>
            <a:t>Tehnologii folosite: Django, Python, SQLite.</a:t>
          </a:r>
        </a:p>
      </dgm:t>
    </dgm:pt>
    <dgm:pt modelId="{45CED70D-DA7E-49F2-8F22-38F22F67378C}" type="parTrans" cxnId="{11F8EDAA-9C4D-4B2E-BB8C-113A54C7BB98}">
      <dgm:prSet/>
      <dgm:spPr/>
      <dgm:t>
        <a:bodyPr/>
        <a:lstStyle/>
        <a:p>
          <a:endParaRPr lang="en-US"/>
        </a:p>
      </dgm:t>
    </dgm:pt>
    <dgm:pt modelId="{E0D29226-0B55-4C9C-B28F-87881E2007F9}" type="sibTrans" cxnId="{11F8EDAA-9C4D-4B2E-BB8C-113A54C7BB98}">
      <dgm:prSet/>
      <dgm:spPr/>
      <dgm:t>
        <a:bodyPr/>
        <a:lstStyle/>
        <a:p>
          <a:endParaRPr lang="en-US"/>
        </a:p>
      </dgm:t>
    </dgm:pt>
    <dgm:pt modelId="{B50FF83B-3CDE-47AE-A692-9EA1D23822F8}">
      <dgm:prSet/>
      <dgm:spPr/>
      <dgm:t>
        <a:bodyPr/>
        <a:lstStyle/>
        <a:p>
          <a:r>
            <a:rPr lang="ro-RO" dirty="0"/>
            <a:t>Arhitectura este MVT.</a:t>
          </a:r>
          <a:endParaRPr lang="en-US" dirty="0"/>
        </a:p>
      </dgm:t>
    </dgm:pt>
    <dgm:pt modelId="{4A34EDD5-28EE-49B8-B56B-3F3E586E9AA8}" type="parTrans" cxnId="{AAA5CEBD-F98D-4813-B5B0-F103524F26FC}">
      <dgm:prSet/>
      <dgm:spPr/>
      <dgm:t>
        <a:bodyPr/>
        <a:lstStyle/>
        <a:p>
          <a:endParaRPr lang="en-US"/>
        </a:p>
      </dgm:t>
    </dgm:pt>
    <dgm:pt modelId="{367BC46D-9195-4676-A228-16750115E516}" type="sibTrans" cxnId="{AAA5CEBD-F98D-4813-B5B0-F103524F26FC}">
      <dgm:prSet/>
      <dgm:spPr/>
      <dgm:t>
        <a:bodyPr/>
        <a:lstStyle/>
        <a:p>
          <a:endParaRPr lang="en-US"/>
        </a:p>
      </dgm:t>
    </dgm:pt>
    <dgm:pt modelId="{63E1B9B4-37FC-4C74-BB0F-6982D82C2F83}">
      <dgm:prSet/>
      <dgm:spPr/>
      <dgm:t>
        <a:bodyPr/>
        <a:lstStyle/>
        <a:p>
          <a:r>
            <a:rPr lang="en-US" b="0" dirty="0"/>
            <a:t>Model</a:t>
          </a:r>
          <a:r>
            <a:rPr lang="ro-RO" b="0" dirty="0" err="1"/>
            <a:t>area</a:t>
          </a:r>
          <a:r>
            <a:rPr lang="en-US" b="0" dirty="0"/>
            <a:t> </a:t>
          </a:r>
          <a:r>
            <a:rPr lang="en-US" b="0" dirty="0" err="1"/>
            <a:t>Datelor</a:t>
          </a:r>
          <a:r>
            <a:rPr lang="en-US" b="0" dirty="0"/>
            <a:t> (Django ORM)</a:t>
          </a:r>
        </a:p>
      </dgm:t>
    </dgm:pt>
    <dgm:pt modelId="{8A980034-6D30-437B-B8C0-30DA3AB1D353}" type="parTrans" cxnId="{C7650195-0921-41BE-924D-C65887D0748F}">
      <dgm:prSet/>
      <dgm:spPr/>
      <dgm:t>
        <a:bodyPr/>
        <a:lstStyle/>
        <a:p>
          <a:endParaRPr lang="en-US"/>
        </a:p>
      </dgm:t>
    </dgm:pt>
    <dgm:pt modelId="{BC353ED8-DB6E-476D-ADF4-9691A4C34B62}" type="sibTrans" cxnId="{C7650195-0921-41BE-924D-C65887D0748F}">
      <dgm:prSet/>
      <dgm:spPr/>
      <dgm:t>
        <a:bodyPr/>
        <a:lstStyle/>
        <a:p>
          <a:endParaRPr lang="en-US"/>
        </a:p>
      </dgm:t>
    </dgm:pt>
    <dgm:pt modelId="{04E24C01-C03B-424A-9FBE-A54F80BA5790}">
      <dgm:prSet/>
      <dgm:spPr/>
      <dgm:t>
        <a:bodyPr/>
        <a:lstStyle/>
        <a:p>
          <a:r>
            <a:rPr lang="ro-RO" dirty="0"/>
            <a:t>Asigură consistența și integritatea datelor</a:t>
          </a:r>
          <a:endParaRPr lang="en-US" dirty="0"/>
        </a:p>
      </dgm:t>
    </dgm:pt>
    <dgm:pt modelId="{D518FD65-B858-4210-9479-E05F09015A18}" type="parTrans" cxnId="{C996882D-45F1-42D4-A1BA-5F00CBC1BA00}">
      <dgm:prSet/>
      <dgm:spPr/>
      <dgm:t>
        <a:bodyPr/>
        <a:lstStyle/>
        <a:p>
          <a:endParaRPr lang="en-US"/>
        </a:p>
      </dgm:t>
    </dgm:pt>
    <dgm:pt modelId="{A36D15FC-3183-447C-A9BC-D2C182849F68}" type="sibTrans" cxnId="{C996882D-45F1-42D4-A1BA-5F00CBC1BA00}">
      <dgm:prSet/>
      <dgm:spPr/>
      <dgm:t>
        <a:bodyPr/>
        <a:lstStyle/>
        <a:p>
          <a:endParaRPr lang="en-US"/>
        </a:p>
      </dgm:t>
    </dgm:pt>
    <dgm:pt modelId="{CA6C9E27-FA93-4EA5-B0A6-D7D67E745DCF}">
      <dgm:prSet/>
      <dgm:spPr/>
      <dgm:t>
        <a:bodyPr/>
        <a:lstStyle/>
        <a:p>
          <a:r>
            <a:rPr lang="ro-RO" dirty="0"/>
            <a:t>Definește entitățile aplicației și relațiile dintre ele</a:t>
          </a:r>
          <a:endParaRPr lang="en-US" dirty="0"/>
        </a:p>
      </dgm:t>
    </dgm:pt>
    <dgm:pt modelId="{6594AAEF-566F-4DE6-98EB-11CBCAD1E932}" type="parTrans" cxnId="{D044A578-51F7-4A5E-A41F-E60C9D231CA0}">
      <dgm:prSet/>
      <dgm:spPr/>
      <dgm:t>
        <a:bodyPr/>
        <a:lstStyle/>
        <a:p>
          <a:endParaRPr lang="en-US"/>
        </a:p>
      </dgm:t>
    </dgm:pt>
    <dgm:pt modelId="{4B308B6C-1718-449F-8E1A-1D465F3E4B9F}" type="sibTrans" cxnId="{D044A578-51F7-4A5E-A41F-E60C9D231CA0}">
      <dgm:prSet/>
      <dgm:spPr/>
      <dgm:t>
        <a:bodyPr/>
        <a:lstStyle/>
        <a:p>
          <a:endParaRPr lang="en-US"/>
        </a:p>
      </dgm:t>
    </dgm:pt>
    <dgm:pt modelId="{3C690F1E-F41C-49E8-BE6E-120C22A69516}" type="pres">
      <dgm:prSet presAssocID="{F459D848-F307-4265-AD80-EEEA7A1282E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9DB504A-BF8A-4D8E-BEC6-40702A4D99A4}" type="pres">
      <dgm:prSet presAssocID="{701CF248-CA69-45A2-AABF-A634FEFD8BFA}" presName="root" presStyleCnt="0"/>
      <dgm:spPr/>
    </dgm:pt>
    <dgm:pt modelId="{886B0668-0902-44B5-BC59-6D07D21DFFD6}" type="pres">
      <dgm:prSet presAssocID="{701CF248-CA69-45A2-AABF-A634FEFD8BFA}" presName="rootComposite" presStyleCnt="0"/>
      <dgm:spPr/>
    </dgm:pt>
    <dgm:pt modelId="{C678E87A-D39E-43ED-A554-8998C8C97098}" type="pres">
      <dgm:prSet presAssocID="{701CF248-CA69-45A2-AABF-A634FEFD8BFA}" presName="rootText" presStyleLbl="node1" presStyleIdx="0" presStyleCnt="3"/>
      <dgm:spPr/>
    </dgm:pt>
    <dgm:pt modelId="{B3E9A688-FE29-4689-B304-79EE831B7DA3}" type="pres">
      <dgm:prSet presAssocID="{701CF248-CA69-45A2-AABF-A634FEFD8BFA}" presName="rootConnector" presStyleLbl="node1" presStyleIdx="0" presStyleCnt="3"/>
      <dgm:spPr/>
    </dgm:pt>
    <dgm:pt modelId="{AFD0F6B2-E32B-4E43-89CC-59361C7E2D44}" type="pres">
      <dgm:prSet presAssocID="{701CF248-CA69-45A2-AABF-A634FEFD8BFA}" presName="childShape" presStyleCnt="0"/>
      <dgm:spPr/>
    </dgm:pt>
    <dgm:pt modelId="{C595D3D9-0CDE-4AB9-A522-9C6DA406AD6A}" type="pres">
      <dgm:prSet presAssocID="{B50FF83B-3CDE-47AE-A692-9EA1D23822F8}" presName="root" presStyleCnt="0"/>
      <dgm:spPr/>
    </dgm:pt>
    <dgm:pt modelId="{6FFC49C8-3DF0-4D29-B2EC-E8CBF73F2906}" type="pres">
      <dgm:prSet presAssocID="{B50FF83B-3CDE-47AE-A692-9EA1D23822F8}" presName="rootComposite" presStyleCnt="0"/>
      <dgm:spPr/>
    </dgm:pt>
    <dgm:pt modelId="{940F2D81-37F9-413E-9D8D-566C275544EF}" type="pres">
      <dgm:prSet presAssocID="{B50FF83B-3CDE-47AE-A692-9EA1D23822F8}" presName="rootText" presStyleLbl="node1" presStyleIdx="1" presStyleCnt="3"/>
      <dgm:spPr/>
    </dgm:pt>
    <dgm:pt modelId="{29AAB661-86FE-484E-A7FE-A69F7EE74921}" type="pres">
      <dgm:prSet presAssocID="{B50FF83B-3CDE-47AE-A692-9EA1D23822F8}" presName="rootConnector" presStyleLbl="node1" presStyleIdx="1" presStyleCnt="3"/>
      <dgm:spPr/>
    </dgm:pt>
    <dgm:pt modelId="{55B82D2A-AE31-4F4F-AD70-863C535EF082}" type="pres">
      <dgm:prSet presAssocID="{B50FF83B-3CDE-47AE-A692-9EA1D23822F8}" presName="childShape" presStyleCnt="0"/>
      <dgm:spPr/>
    </dgm:pt>
    <dgm:pt modelId="{85958805-789C-47FF-BFCC-478FB9721DD5}" type="pres">
      <dgm:prSet presAssocID="{63E1B9B4-37FC-4C74-BB0F-6982D82C2F83}" presName="root" presStyleCnt="0"/>
      <dgm:spPr/>
    </dgm:pt>
    <dgm:pt modelId="{39AD241C-1D48-477D-990F-505ABC5725DD}" type="pres">
      <dgm:prSet presAssocID="{63E1B9B4-37FC-4C74-BB0F-6982D82C2F83}" presName="rootComposite" presStyleCnt="0"/>
      <dgm:spPr/>
    </dgm:pt>
    <dgm:pt modelId="{60A16791-9FC5-4EC9-8C75-FFFBBEE3C277}" type="pres">
      <dgm:prSet presAssocID="{63E1B9B4-37FC-4C74-BB0F-6982D82C2F83}" presName="rootText" presStyleLbl="node1" presStyleIdx="2" presStyleCnt="3"/>
      <dgm:spPr/>
    </dgm:pt>
    <dgm:pt modelId="{7E137F04-1237-432C-994D-AF8F81807538}" type="pres">
      <dgm:prSet presAssocID="{63E1B9B4-37FC-4C74-BB0F-6982D82C2F83}" presName="rootConnector" presStyleLbl="node1" presStyleIdx="2" presStyleCnt="3"/>
      <dgm:spPr/>
    </dgm:pt>
    <dgm:pt modelId="{A57CB023-0D34-430E-B79E-5816899E378B}" type="pres">
      <dgm:prSet presAssocID="{63E1B9B4-37FC-4C74-BB0F-6982D82C2F83}" presName="childShape" presStyleCnt="0"/>
      <dgm:spPr/>
    </dgm:pt>
    <dgm:pt modelId="{DF3CC31C-A19F-47AD-A9B1-E05318CED992}" type="pres">
      <dgm:prSet presAssocID="{D518FD65-B858-4210-9479-E05F09015A18}" presName="Name13" presStyleLbl="parChTrans1D2" presStyleIdx="0" presStyleCnt="2"/>
      <dgm:spPr/>
    </dgm:pt>
    <dgm:pt modelId="{61C1ACF2-EC57-418E-BFB3-4D8D1A44E94E}" type="pres">
      <dgm:prSet presAssocID="{04E24C01-C03B-424A-9FBE-A54F80BA5790}" presName="childText" presStyleLbl="bgAcc1" presStyleIdx="0" presStyleCnt="2">
        <dgm:presLayoutVars>
          <dgm:bulletEnabled val="1"/>
        </dgm:presLayoutVars>
      </dgm:prSet>
      <dgm:spPr/>
    </dgm:pt>
    <dgm:pt modelId="{BD0F2D92-F715-41D3-A72A-108CFA076244}" type="pres">
      <dgm:prSet presAssocID="{6594AAEF-566F-4DE6-98EB-11CBCAD1E932}" presName="Name13" presStyleLbl="parChTrans1D2" presStyleIdx="1" presStyleCnt="2"/>
      <dgm:spPr/>
    </dgm:pt>
    <dgm:pt modelId="{BBE489EC-1A61-4C49-9799-B707BC6ACF96}" type="pres">
      <dgm:prSet presAssocID="{CA6C9E27-FA93-4EA5-B0A6-D7D67E745DCF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B608FB0A-1D8A-4306-8B3A-07361098D200}" type="presOf" srcId="{CA6C9E27-FA93-4EA5-B0A6-D7D67E745DCF}" destId="{BBE489EC-1A61-4C49-9799-B707BC6ACF96}" srcOrd="0" destOrd="0" presId="urn:microsoft.com/office/officeart/2005/8/layout/hierarchy3"/>
    <dgm:cxn modelId="{974DD329-F383-44D9-8602-0977D57145AE}" type="presOf" srcId="{D518FD65-B858-4210-9479-E05F09015A18}" destId="{DF3CC31C-A19F-47AD-A9B1-E05318CED992}" srcOrd="0" destOrd="0" presId="urn:microsoft.com/office/officeart/2005/8/layout/hierarchy3"/>
    <dgm:cxn modelId="{C996882D-45F1-42D4-A1BA-5F00CBC1BA00}" srcId="{63E1B9B4-37FC-4C74-BB0F-6982D82C2F83}" destId="{04E24C01-C03B-424A-9FBE-A54F80BA5790}" srcOrd="0" destOrd="0" parTransId="{D518FD65-B858-4210-9479-E05F09015A18}" sibTransId="{A36D15FC-3183-447C-A9BC-D2C182849F68}"/>
    <dgm:cxn modelId="{5584B62F-A089-4624-ADFB-F926F7C1A5A7}" type="presOf" srcId="{701CF248-CA69-45A2-AABF-A634FEFD8BFA}" destId="{C678E87A-D39E-43ED-A554-8998C8C97098}" srcOrd="0" destOrd="0" presId="urn:microsoft.com/office/officeart/2005/8/layout/hierarchy3"/>
    <dgm:cxn modelId="{98525D36-1C37-4564-849D-8A6CEDC4D2C1}" type="presOf" srcId="{B50FF83B-3CDE-47AE-A692-9EA1D23822F8}" destId="{940F2D81-37F9-413E-9D8D-566C275544EF}" srcOrd="0" destOrd="0" presId="urn:microsoft.com/office/officeart/2005/8/layout/hierarchy3"/>
    <dgm:cxn modelId="{77020141-621F-4C53-AEA0-A1D38540E9B6}" type="presOf" srcId="{63E1B9B4-37FC-4C74-BB0F-6982D82C2F83}" destId="{7E137F04-1237-432C-994D-AF8F81807538}" srcOrd="1" destOrd="0" presId="urn:microsoft.com/office/officeart/2005/8/layout/hierarchy3"/>
    <dgm:cxn modelId="{7C078841-2396-45F5-9B0C-4C10E0208008}" type="presOf" srcId="{B50FF83B-3CDE-47AE-A692-9EA1D23822F8}" destId="{29AAB661-86FE-484E-A7FE-A69F7EE74921}" srcOrd="1" destOrd="0" presId="urn:microsoft.com/office/officeart/2005/8/layout/hierarchy3"/>
    <dgm:cxn modelId="{F1C56042-B161-47F7-B57D-3B3B619C0C36}" type="presOf" srcId="{6594AAEF-566F-4DE6-98EB-11CBCAD1E932}" destId="{BD0F2D92-F715-41D3-A72A-108CFA076244}" srcOrd="0" destOrd="0" presId="urn:microsoft.com/office/officeart/2005/8/layout/hierarchy3"/>
    <dgm:cxn modelId="{BB59BB63-0844-48FA-BDA0-AC78AC50D639}" type="presOf" srcId="{63E1B9B4-37FC-4C74-BB0F-6982D82C2F83}" destId="{60A16791-9FC5-4EC9-8C75-FFFBBEE3C277}" srcOrd="0" destOrd="0" presId="urn:microsoft.com/office/officeart/2005/8/layout/hierarchy3"/>
    <dgm:cxn modelId="{D044A578-51F7-4A5E-A41F-E60C9D231CA0}" srcId="{63E1B9B4-37FC-4C74-BB0F-6982D82C2F83}" destId="{CA6C9E27-FA93-4EA5-B0A6-D7D67E745DCF}" srcOrd="1" destOrd="0" parTransId="{6594AAEF-566F-4DE6-98EB-11CBCAD1E932}" sibTransId="{4B308B6C-1718-449F-8E1A-1D465F3E4B9F}"/>
    <dgm:cxn modelId="{C7650195-0921-41BE-924D-C65887D0748F}" srcId="{F459D848-F307-4265-AD80-EEEA7A1282E8}" destId="{63E1B9B4-37FC-4C74-BB0F-6982D82C2F83}" srcOrd="2" destOrd="0" parTransId="{8A980034-6D30-437B-B8C0-30DA3AB1D353}" sibTransId="{BC353ED8-DB6E-476D-ADF4-9691A4C34B62}"/>
    <dgm:cxn modelId="{8168D696-7B35-4752-A304-9AEA39FA437C}" type="presOf" srcId="{04E24C01-C03B-424A-9FBE-A54F80BA5790}" destId="{61C1ACF2-EC57-418E-BFB3-4D8D1A44E94E}" srcOrd="0" destOrd="0" presId="urn:microsoft.com/office/officeart/2005/8/layout/hierarchy3"/>
    <dgm:cxn modelId="{11F8EDAA-9C4D-4B2E-BB8C-113A54C7BB98}" srcId="{F459D848-F307-4265-AD80-EEEA7A1282E8}" destId="{701CF248-CA69-45A2-AABF-A634FEFD8BFA}" srcOrd="0" destOrd="0" parTransId="{45CED70D-DA7E-49F2-8F22-38F22F67378C}" sibTransId="{E0D29226-0B55-4C9C-B28F-87881E2007F9}"/>
    <dgm:cxn modelId="{AAA5CEBD-F98D-4813-B5B0-F103524F26FC}" srcId="{F459D848-F307-4265-AD80-EEEA7A1282E8}" destId="{B50FF83B-3CDE-47AE-A692-9EA1D23822F8}" srcOrd="1" destOrd="0" parTransId="{4A34EDD5-28EE-49B8-B56B-3F3E586E9AA8}" sibTransId="{367BC46D-9195-4676-A228-16750115E516}"/>
    <dgm:cxn modelId="{E5C5EADF-836A-462A-9A1A-42790DE7D83F}" type="presOf" srcId="{701CF248-CA69-45A2-AABF-A634FEFD8BFA}" destId="{B3E9A688-FE29-4689-B304-79EE831B7DA3}" srcOrd="1" destOrd="0" presId="urn:microsoft.com/office/officeart/2005/8/layout/hierarchy3"/>
    <dgm:cxn modelId="{1BE5ECEC-4D7D-42EB-BB3E-91F383FDB744}" type="presOf" srcId="{F459D848-F307-4265-AD80-EEEA7A1282E8}" destId="{3C690F1E-F41C-49E8-BE6E-120C22A69516}" srcOrd="0" destOrd="0" presId="urn:microsoft.com/office/officeart/2005/8/layout/hierarchy3"/>
    <dgm:cxn modelId="{9562FF21-EDBB-4CB7-A76E-973B8B47111F}" type="presParOf" srcId="{3C690F1E-F41C-49E8-BE6E-120C22A69516}" destId="{69DB504A-BF8A-4D8E-BEC6-40702A4D99A4}" srcOrd="0" destOrd="0" presId="urn:microsoft.com/office/officeart/2005/8/layout/hierarchy3"/>
    <dgm:cxn modelId="{AEDD1F27-5DCF-4BE9-A83A-9A47123B7508}" type="presParOf" srcId="{69DB504A-BF8A-4D8E-BEC6-40702A4D99A4}" destId="{886B0668-0902-44B5-BC59-6D07D21DFFD6}" srcOrd="0" destOrd="0" presId="urn:microsoft.com/office/officeart/2005/8/layout/hierarchy3"/>
    <dgm:cxn modelId="{32476146-47E5-46B5-A628-7737A552A964}" type="presParOf" srcId="{886B0668-0902-44B5-BC59-6D07D21DFFD6}" destId="{C678E87A-D39E-43ED-A554-8998C8C97098}" srcOrd="0" destOrd="0" presId="urn:microsoft.com/office/officeart/2005/8/layout/hierarchy3"/>
    <dgm:cxn modelId="{638684F5-3635-4F07-B4E1-796A099B7408}" type="presParOf" srcId="{886B0668-0902-44B5-BC59-6D07D21DFFD6}" destId="{B3E9A688-FE29-4689-B304-79EE831B7DA3}" srcOrd="1" destOrd="0" presId="urn:microsoft.com/office/officeart/2005/8/layout/hierarchy3"/>
    <dgm:cxn modelId="{721B00C8-8DC0-40A3-9AFA-D46BEFD81333}" type="presParOf" srcId="{69DB504A-BF8A-4D8E-BEC6-40702A4D99A4}" destId="{AFD0F6B2-E32B-4E43-89CC-59361C7E2D44}" srcOrd="1" destOrd="0" presId="urn:microsoft.com/office/officeart/2005/8/layout/hierarchy3"/>
    <dgm:cxn modelId="{463FB655-0225-43A0-94D7-708D4FD4D6BB}" type="presParOf" srcId="{3C690F1E-F41C-49E8-BE6E-120C22A69516}" destId="{C595D3D9-0CDE-4AB9-A522-9C6DA406AD6A}" srcOrd="1" destOrd="0" presId="urn:microsoft.com/office/officeart/2005/8/layout/hierarchy3"/>
    <dgm:cxn modelId="{2D7675BB-5CE4-4156-AA70-36FF112AA89B}" type="presParOf" srcId="{C595D3D9-0CDE-4AB9-A522-9C6DA406AD6A}" destId="{6FFC49C8-3DF0-4D29-B2EC-E8CBF73F2906}" srcOrd="0" destOrd="0" presId="urn:microsoft.com/office/officeart/2005/8/layout/hierarchy3"/>
    <dgm:cxn modelId="{456819E9-2C9D-41A9-8D6B-F636AB520FBA}" type="presParOf" srcId="{6FFC49C8-3DF0-4D29-B2EC-E8CBF73F2906}" destId="{940F2D81-37F9-413E-9D8D-566C275544EF}" srcOrd="0" destOrd="0" presId="urn:microsoft.com/office/officeart/2005/8/layout/hierarchy3"/>
    <dgm:cxn modelId="{BE11DACF-650E-4106-80E5-6E43A235327A}" type="presParOf" srcId="{6FFC49C8-3DF0-4D29-B2EC-E8CBF73F2906}" destId="{29AAB661-86FE-484E-A7FE-A69F7EE74921}" srcOrd="1" destOrd="0" presId="urn:microsoft.com/office/officeart/2005/8/layout/hierarchy3"/>
    <dgm:cxn modelId="{E227AF9F-1295-4B59-88DF-4D385541A9AF}" type="presParOf" srcId="{C595D3D9-0CDE-4AB9-A522-9C6DA406AD6A}" destId="{55B82D2A-AE31-4F4F-AD70-863C535EF082}" srcOrd="1" destOrd="0" presId="urn:microsoft.com/office/officeart/2005/8/layout/hierarchy3"/>
    <dgm:cxn modelId="{753E68E8-E42C-4800-8929-A7D3230C139C}" type="presParOf" srcId="{3C690F1E-F41C-49E8-BE6E-120C22A69516}" destId="{85958805-789C-47FF-BFCC-478FB9721DD5}" srcOrd="2" destOrd="0" presId="urn:microsoft.com/office/officeart/2005/8/layout/hierarchy3"/>
    <dgm:cxn modelId="{316B6332-B64B-4B64-88F0-93CD8803A7C0}" type="presParOf" srcId="{85958805-789C-47FF-BFCC-478FB9721DD5}" destId="{39AD241C-1D48-477D-990F-505ABC5725DD}" srcOrd="0" destOrd="0" presId="urn:microsoft.com/office/officeart/2005/8/layout/hierarchy3"/>
    <dgm:cxn modelId="{BCE1431A-FF89-49C0-9CD3-623CF11C3DD7}" type="presParOf" srcId="{39AD241C-1D48-477D-990F-505ABC5725DD}" destId="{60A16791-9FC5-4EC9-8C75-FFFBBEE3C277}" srcOrd="0" destOrd="0" presId="urn:microsoft.com/office/officeart/2005/8/layout/hierarchy3"/>
    <dgm:cxn modelId="{7E6C9204-1F80-4D0F-8426-1A79BF3864AB}" type="presParOf" srcId="{39AD241C-1D48-477D-990F-505ABC5725DD}" destId="{7E137F04-1237-432C-994D-AF8F81807538}" srcOrd="1" destOrd="0" presId="urn:microsoft.com/office/officeart/2005/8/layout/hierarchy3"/>
    <dgm:cxn modelId="{E6B211FA-ACBF-4F1A-BB3E-C5741BA8E938}" type="presParOf" srcId="{85958805-789C-47FF-BFCC-478FB9721DD5}" destId="{A57CB023-0D34-430E-B79E-5816899E378B}" srcOrd="1" destOrd="0" presId="urn:microsoft.com/office/officeart/2005/8/layout/hierarchy3"/>
    <dgm:cxn modelId="{1CF0E9CD-A05A-4F0E-BD9D-51448A8D058B}" type="presParOf" srcId="{A57CB023-0D34-430E-B79E-5816899E378B}" destId="{DF3CC31C-A19F-47AD-A9B1-E05318CED992}" srcOrd="0" destOrd="0" presId="urn:microsoft.com/office/officeart/2005/8/layout/hierarchy3"/>
    <dgm:cxn modelId="{E43A14C7-207A-4360-AFD4-7DC31F330AED}" type="presParOf" srcId="{A57CB023-0D34-430E-B79E-5816899E378B}" destId="{61C1ACF2-EC57-418E-BFB3-4D8D1A44E94E}" srcOrd="1" destOrd="0" presId="urn:microsoft.com/office/officeart/2005/8/layout/hierarchy3"/>
    <dgm:cxn modelId="{5688CC50-9BCC-4411-887B-1E46C6FBF544}" type="presParOf" srcId="{A57CB023-0D34-430E-B79E-5816899E378B}" destId="{BD0F2D92-F715-41D3-A72A-108CFA076244}" srcOrd="2" destOrd="0" presId="urn:microsoft.com/office/officeart/2005/8/layout/hierarchy3"/>
    <dgm:cxn modelId="{0E885F82-F71A-4251-9574-C13EC9350CBE}" type="presParOf" srcId="{A57CB023-0D34-430E-B79E-5816899E378B}" destId="{BBE489EC-1A61-4C49-9799-B707BC6ACF96}" srcOrd="3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431213D-9D01-4C7C-A27D-C5FC82CB9462}" type="doc">
      <dgm:prSet loTypeId="urn:microsoft.com/office/officeart/2016/7/layout/HorizontalActionList" loCatId="List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069839B-8EC9-49A8-A7B0-7562A26AB9AD}">
      <dgm:prSet/>
      <dgm:spPr/>
      <dgm:t>
        <a:bodyPr/>
        <a:lstStyle/>
        <a:p>
          <a:r>
            <a:rPr lang="en-US" dirty="0"/>
            <a:t>Use Cases:</a:t>
          </a:r>
        </a:p>
      </dgm:t>
    </dgm:pt>
    <dgm:pt modelId="{0B5BFDA9-61B5-4F52-8CA1-04F4702D57D1}" type="parTrans" cxnId="{2B7A0DE6-9A53-40B8-A716-6AABC1C93581}">
      <dgm:prSet/>
      <dgm:spPr/>
      <dgm:t>
        <a:bodyPr/>
        <a:lstStyle/>
        <a:p>
          <a:endParaRPr lang="en-US"/>
        </a:p>
      </dgm:t>
    </dgm:pt>
    <dgm:pt modelId="{A17B8815-80FD-4890-B878-35AA25D9F7EF}" type="sibTrans" cxnId="{2B7A0DE6-9A53-40B8-A716-6AABC1C93581}">
      <dgm:prSet/>
      <dgm:spPr/>
      <dgm:t>
        <a:bodyPr/>
        <a:lstStyle/>
        <a:p>
          <a:endParaRPr lang="en-US"/>
        </a:p>
      </dgm:t>
    </dgm:pt>
    <dgm:pt modelId="{D1CB30D4-7B42-4D1D-B046-73302AFE415E}">
      <dgm:prSet/>
      <dgm:spPr/>
      <dgm:t>
        <a:bodyPr/>
        <a:lstStyle/>
        <a:p>
          <a:r>
            <a:rPr lang="en-US" dirty="0"/>
            <a:t>- Recep</a:t>
          </a:r>
          <a:r>
            <a:rPr lang="ro-RO" dirty="0"/>
            <a:t>ț</a:t>
          </a:r>
          <a:r>
            <a:rPr lang="en-US" dirty="0" err="1"/>
            <a:t>ioner</a:t>
          </a:r>
          <a:r>
            <a:rPr lang="en-US" dirty="0"/>
            <a:t>: </a:t>
          </a:r>
          <a:r>
            <a:rPr lang="en-US" dirty="0" err="1"/>
            <a:t>Creeaz</a:t>
          </a:r>
          <a:r>
            <a:rPr lang="ro-RO" dirty="0"/>
            <a:t>ă</a:t>
          </a:r>
          <a:r>
            <a:rPr lang="en-US" dirty="0"/>
            <a:t> o </a:t>
          </a:r>
          <a:r>
            <a:rPr lang="en-US" dirty="0" err="1"/>
            <a:t>rezervare</a:t>
          </a:r>
          <a:r>
            <a:rPr lang="en-US" dirty="0"/>
            <a:t> nou</a:t>
          </a:r>
          <a:r>
            <a:rPr lang="ro-RO" dirty="0"/>
            <a:t>ă.</a:t>
          </a:r>
          <a:endParaRPr lang="en-US" dirty="0"/>
        </a:p>
      </dgm:t>
    </dgm:pt>
    <dgm:pt modelId="{9E168A89-F426-4144-8AFE-1DE1A01FE7F4}" type="parTrans" cxnId="{E0316972-27F7-4195-A9B6-D55A1F2CEFA7}">
      <dgm:prSet/>
      <dgm:spPr/>
      <dgm:t>
        <a:bodyPr/>
        <a:lstStyle/>
        <a:p>
          <a:endParaRPr lang="en-US"/>
        </a:p>
      </dgm:t>
    </dgm:pt>
    <dgm:pt modelId="{224277BB-AACE-4D50-811E-7726046ABF7A}" type="sibTrans" cxnId="{E0316972-27F7-4195-A9B6-D55A1F2CEFA7}">
      <dgm:prSet/>
      <dgm:spPr/>
      <dgm:t>
        <a:bodyPr/>
        <a:lstStyle/>
        <a:p>
          <a:endParaRPr lang="en-US"/>
        </a:p>
      </dgm:t>
    </dgm:pt>
    <dgm:pt modelId="{82CC1D01-C542-475E-80E1-F10F3106D702}">
      <dgm:prSet/>
      <dgm:spPr/>
      <dgm:t>
        <a:bodyPr/>
        <a:lstStyle/>
        <a:p>
          <a:r>
            <a:rPr lang="en-US" dirty="0"/>
            <a:t>Unit Testing:</a:t>
          </a:r>
        </a:p>
      </dgm:t>
    </dgm:pt>
    <dgm:pt modelId="{2B7160F6-CF8F-481D-BE72-3FE9B12E7DDE}" type="parTrans" cxnId="{73D0C5D0-3E70-4C3D-9DBE-F022E44DF7D6}">
      <dgm:prSet/>
      <dgm:spPr/>
      <dgm:t>
        <a:bodyPr/>
        <a:lstStyle/>
        <a:p>
          <a:endParaRPr lang="en-US"/>
        </a:p>
      </dgm:t>
    </dgm:pt>
    <dgm:pt modelId="{FFBF6D3A-4095-4659-90BD-386456C90FCD}" type="sibTrans" cxnId="{73D0C5D0-3E70-4C3D-9DBE-F022E44DF7D6}">
      <dgm:prSet/>
      <dgm:spPr/>
      <dgm:t>
        <a:bodyPr/>
        <a:lstStyle/>
        <a:p>
          <a:endParaRPr lang="en-US"/>
        </a:p>
      </dgm:t>
    </dgm:pt>
    <dgm:pt modelId="{B24361E1-F231-4248-8526-DCED5D8A33A0}">
      <dgm:prSet/>
      <dgm:spPr/>
      <dgm:t>
        <a:bodyPr/>
        <a:lstStyle/>
        <a:p>
          <a:r>
            <a:rPr lang="en-US" dirty="0"/>
            <a:t>- </a:t>
          </a:r>
          <a:r>
            <a:rPr lang="en-US" dirty="0" err="1"/>
            <a:t>Verificarea</a:t>
          </a:r>
          <a:r>
            <a:rPr lang="en-US" dirty="0"/>
            <a:t> independent</a:t>
          </a:r>
          <a:r>
            <a:rPr lang="ro-RO" dirty="0"/>
            <a:t>ă</a:t>
          </a:r>
          <a:r>
            <a:rPr lang="en-US" dirty="0"/>
            <a:t> a </a:t>
          </a:r>
          <a:r>
            <a:rPr lang="en-US" dirty="0" err="1"/>
            <a:t>fiec</a:t>
          </a:r>
          <a:r>
            <a:rPr lang="ro-RO" dirty="0"/>
            <a:t>ă</a:t>
          </a:r>
          <a:r>
            <a:rPr lang="en-US" dirty="0"/>
            <a:t>rei </a:t>
          </a:r>
          <a:r>
            <a:rPr lang="en-US" dirty="0" err="1"/>
            <a:t>componente</a:t>
          </a:r>
          <a:endParaRPr lang="en-US" dirty="0"/>
        </a:p>
      </dgm:t>
    </dgm:pt>
    <dgm:pt modelId="{3F7F3217-F00D-457C-903A-1ACFB55F972D}" type="parTrans" cxnId="{1C486017-7C8C-453A-8C2A-CE0D5F029223}">
      <dgm:prSet/>
      <dgm:spPr/>
      <dgm:t>
        <a:bodyPr/>
        <a:lstStyle/>
        <a:p>
          <a:endParaRPr lang="en-US"/>
        </a:p>
      </dgm:t>
    </dgm:pt>
    <dgm:pt modelId="{0471A730-316E-4E1C-B259-9F49B41248DB}" type="sibTrans" cxnId="{1C486017-7C8C-453A-8C2A-CE0D5F029223}">
      <dgm:prSet/>
      <dgm:spPr/>
      <dgm:t>
        <a:bodyPr/>
        <a:lstStyle/>
        <a:p>
          <a:endParaRPr lang="en-US"/>
        </a:p>
      </dgm:t>
    </dgm:pt>
    <dgm:pt modelId="{A75213F9-6B71-4EFF-807D-EE6CA5B92018}">
      <dgm:prSet/>
      <dgm:spPr/>
      <dgm:t>
        <a:bodyPr/>
        <a:lstStyle/>
        <a:p>
          <a:r>
            <a:rPr lang="en-US"/>
            <a:t>- Test</a:t>
          </a:r>
          <a:r>
            <a:rPr lang="ro-RO"/>
            <a:t>ă</a:t>
          </a:r>
          <a:r>
            <a:rPr lang="en-US"/>
            <a:t>m dac</a:t>
          </a:r>
          <a:r>
            <a:rPr lang="ro-RO"/>
            <a:t>ă</a:t>
          </a:r>
          <a:r>
            <a:rPr lang="en-US"/>
            <a:t> rezervare</a:t>
          </a:r>
          <a:r>
            <a:rPr lang="ro-RO"/>
            <a:t>a</a:t>
          </a:r>
          <a:r>
            <a:rPr lang="en-US"/>
            <a:t> se salveaz</a:t>
          </a:r>
          <a:r>
            <a:rPr lang="ro-RO"/>
            <a:t>ă </a:t>
          </a:r>
          <a:r>
            <a:rPr lang="en-US"/>
            <a:t>corect</a:t>
          </a:r>
          <a:r>
            <a:rPr lang="ro-RO"/>
            <a:t>.</a:t>
          </a:r>
          <a:endParaRPr lang="en-US" dirty="0"/>
        </a:p>
      </dgm:t>
    </dgm:pt>
    <dgm:pt modelId="{9CAC76E5-BF21-450D-9850-1FB4EE154869}" type="parTrans" cxnId="{B94EEC00-BD83-4C68-8046-44712C8AD4FA}">
      <dgm:prSet/>
      <dgm:spPr/>
      <dgm:t>
        <a:bodyPr/>
        <a:lstStyle/>
        <a:p>
          <a:endParaRPr lang="en-US"/>
        </a:p>
      </dgm:t>
    </dgm:pt>
    <dgm:pt modelId="{CCB3D3C2-5555-4D70-B1D5-F6122A49BC28}" type="sibTrans" cxnId="{B94EEC00-BD83-4C68-8046-44712C8AD4FA}">
      <dgm:prSet/>
      <dgm:spPr/>
      <dgm:t>
        <a:bodyPr/>
        <a:lstStyle/>
        <a:p>
          <a:endParaRPr lang="en-US"/>
        </a:p>
      </dgm:t>
    </dgm:pt>
    <dgm:pt modelId="{CA0B1A7B-9BD9-4E9C-AAEC-4A18BA0DC2F1}">
      <dgm:prSet/>
      <dgm:spPr/>
      <dgm:t>
        <a:bodyPr/>
        <a:lstStyle/>
        <a:p>
          <a:r>
            <a:rPr lang="en-US"/>
            <a:t>- Manager: Vizualizeazã rapoarte</a:t>
          </a:r>
          <a:r>
            <a:rPr lang="ro-RO"/>
            <a:t>.</a:t>
          </a:r>
          <a:endParaRPr lang="en-US" dirty="0"/>
        </a:p>
      </dgm:t>
    </dgm:pt>
    <dgm:pt modelId="{3F9C1290-BB0A-4FC4-9D20-4C7EB65037E3}" type="parTrans" cxnId="{FD5330F0-BA2F-482B-8F35-30D6EC549170}">
      <dgm:prSet/>
      <dgm:spPr/>
      <dgm:t>
        <a:bodyPr/>
        <a:lstStyle/>
        <a:p>
          <a:endParaRPr lang="en-US"/>
        </a:p>
      </dgm:t>
    </dgm:pt>
    <dgm:pt modelId="{6C30A577-4B5A-4613-929A-8711B9B0C805}" type="sibTrans" cxnId="{FD5330F0-BA2F-482B-8F35-30D6EC549170}">
      <dgm:prSet/>
      <dgm:spPr/>
      <dgm:t>
        <a:bodyPr/>
        <a:lstStyle/>
        <a:p>
          <a:endParaRPr lang="en-US"/>
        </a:p>
      </dgm:t>
    </dgm:pt>
    <dgm:pt modelId="{E38BA6DD-261F-4F08-AB63-F7531A8925BD}" type="pres">
      <dgm:prSet presAssocID="{B431213D-9D01-4C7C-A27D-C5FC82CB9462}" presName="Name0" presStyleCnt="0">
        <dgm:presLayoutVars>
          <dgm:dir/>
          <dgm:animLvl val="lvl"/>
          <dgm:resizeHandles val="exact"/>
        </dgm:presLayoutVars>
      </dgm:prSet>
      <dgm:spPr/>
    </dgm:pt>
    <dgm:pt modelId="{B34B644D-62F3-47B9-88AB-0E40190488C7}" type="pres">
      <dgm:prSet presAssocID="{7069839B-8EC9-49A8-A7B0-7562A26AB9AD}" presName="composite" presStyleCnt="0"/>
      <dgm:spPr/>
    </dgm:pt>
    <dgm:pt modelId="{50501D63-0817-4DDE-9297-E4213AF6A52C}" type="pres">
      <dgm:prSet presAssocID="{7069839B-8EC9-49A8-A7B0-7562A26AB9AD}" presName="parTx" presStyleLbl="alignNode1" presStyleIdx="0" presStyleCnt="2">
        <dgm:presLayoutVars>
          <dgm:chMax val="0"/>
          <dgm:chPref val="0"/>
        </dgm:presLayoutVars>
      </dgm:prSet>
      <dgm:spPr/>
    </dgm:pt>
    <dgm:pt modelId="{E36CD253-CEB7-4C34-9AB6-5B0751F5E543}" type="pres">
      <dgm:prSet presAssocID="{7069839B-8EC9-49A8-A7B0-7562A26AB9AD}" presName="desTx" presStyleLbl="alignAccFollowNode1" presStyleIdx="0" presStyleCnt="2">
        <dgm:presLayoutVars/>
      </dgm:prSet>
      <dgm:spPr/>
    </dgm:pt>
    <dgm:pt modelId="{90A0D608-7EE1-4D40-B3B7-1DEA2E593FBB}" type="pres">
      <dgm:prSet presAssocID="{A17B8815-80FD-4890-B878-35AA25D9F7EF}" presName="space" presStyleCnt="0"/>
      <dgm:spPr/>
    </dgm:pt>
    <dgm:pt modelId="{41EB214A-09F0-4707-BF8A-3BFF53D743CF}" type="pres">
      <dgm:prSet presAssocID="{82CC1D01-C542-475E-80E1-F10F3106D702}" presName="composite" presStyleCnt="0"/>
      <dgm:spPr/>
    </dgm:pt>
    <dgm:pt modelId="{B3FC3336-678A-42CD-ABB0-F52B039C6729}" type="pres">
      <dgm:prSet presAssocID="{82CC1D01-C542-475E-80E1-F10F3106D702}" presName="parTx" presStyleLbl="alignNode1" presStyleIdx="1" presStyleCnt="2">
        <dgm:presLayoutVars>
          <dgm:chMax val="0"/>
          <dgm:chPref val="0"/>
        </dgm:presLayoutVars>
      </dgm:prSet>
      <dgm:spPr/>
    </dgm:pt>
    <dgm:pt modelId="{C01566C3-F929-4BD7-BEF0-45EE60783830}" type="pres">
      <dgm:prSet presAssocID="{82CC1D01-C542-475E-80E1-F10F3106D702}" presName="desTx" presStyleLbl="alignAccFollowNode1" presStyleIdx="1" presStyleCnt="2">
        <dgm:presLayoutVars/>
      </dgm:prSet>
      <dgm:spPr/>
    </dgm:pt>
  </dgm:ptLst>
  <dgm:cxnLst>
    <dgm:cxn modelId="{B94EEC00-BD83-4C68-8046-44712C8AD4FA}" srcId="{82CC1D01-C542-475E-80E1-F10F3106D702}" destId="{A75213F9-6B71-4EFF-807D-EE6CA5B92018}" srcOrd="1" destOrd="0" parTransId="{9CAC76E5-BF21-450D-9850-1FB4EE154869}" sibTransId="{CCB3D3C2-5555-4D70-B1D5-F6122A49BC28}"/>
    <dgm:cxn modelId="{1C486017-7C8C-453A-8C2A-CE0D5F029223}" srcId="{82CC1D01-C542-475E-80E1-F10F3106D702}" destId="{B24361E1-F231-4248-8526-DCED5D8A33A0}" srcOrd="0" destOrd="0" parTransId="{3F7F3217-F00D-457C-903A-1ACFB55F972D}" sibTransId="{0471A730-316E-4E1C-B259-9F49B41248DB}"/>
    <dgm:cxn modelId="{A907755C-8F13-4ED9-AC9B-2DA9A5E50B00}" type="presOf" srcId="{B24361E1-F231-4248-8526-DCED5D8A33A0}" destId="{C01566C3-F929-4BD7-BEF0-45EE60783830}" srcOrd="0" destOrd="0" presId="urn:microsoft.com/office/officeart/2016/7/layout/HorizontalActionList"/>
    <dgm:cxn modelId="{E0316972-27F7-4195-A9B6-D55A1F2CEFA7}" srcId="{7069839B-8EC9-49A8-A7B0-7562A26AB9AD}" destId="{D1CB30D4-7B42-4D1D-B046-73302AFE415E}" srcOrd="0" destOrd="0" parTransId="{9E168A89-F426-4144-8AFE-1DE1A01FE7F4}" sibTransId="{224277BB-AACE-4D50-811E-7726046ABF7A}"/>
    <dgm:cxn modelId="{52B99255-3DC6-4417-B4C3-2A0C0D789540}" type="presOf" srcId="{7069839B-8EC9-49A8-A7B0-7562A26AB9AD}" destId="{50501D63-0817-4DDE-9297-E4213AF6A52C}" srcOrd="0" destOrd="0" presId="urn:microsoft.com/office/officeart/2016/7/layout/HorizontalActionList"/>
    <dgm:cxn modelId="{62C73A7C-A797-4B2D-9D71-D490327E29B2}" type="presOf" srcId="{82CC1D01-C542-475E-80E1-F10F3106D702}" destId="{B3FC3336-678A-42CD-ABB0-F52B039C6729}" srcOrd="0" destOrd="0" presId="urn:microsoft.com/office/officeart/2016/7/layout/HorizontalActionList"/>
    <dgm:cxn modelId="{65B78C88-448C-4E68-965D-DADB1566420E}" type="presOf" srcId="{A75213F9-6B71-4EFF-807D-EE6CA5B92018}" destId="{C01566C3-F929-4BD7-BEF0-45EE60783830}" srcOrd="0" destOrd="1" presId="urn:microsoft.com/office/officeart/2016/7/layout/HorizontalActionList"/>
    <dgm:cxn modelId="{104CD9AB-2FA4-4D00-B590-52E6579302E5}" type="presOf" srcId="{CA0B1A7B-9BD9-4E9C-AAEC-4A18BA0DC2F1}" destId="{E36CD253-CEB7-4C34-9AB6-5B0751F5E543}" srcOrd="0" destOrd="1" presId="urn:microsoft.com/office/officeart/2016/7/layout/HorizontalActionList"/>
    <dgm:cxn modelId="{73D0C5D0-3E70-4C3D-9DBE-F022E44DF7D6}" srcId="{B431213D-9D01-4C7C-A27D-C5FC82CB9462}" destId="{82CC1D01-C542-475E-80E1-F10F3106D702}" srcOrd="1" destOrd="0" parTransId="{2B7160F6-CF8F-481D-BE72-3FE9B12E7DDE}" sibTransId="{FFBF6D3A-4095-4659-90BD-386456C90FCD}"/>
    <dgm:cxn modelId="{8B0473DA-4827-4146-BA0F-8A1C110E67D0}" type="presOf" srcId="{B431213D-9D01-4C7C-A27D-C5FC82CB9462}" destId="{E38BA6DD-261F-4F08-AB63-F7531A8925BD}" srcOrd="0" destOrd="0" presId="urn:microsoft.com/office/officeart/2016/7/layout/HorizontalActionList"/>
    <dgm:cxn modelId="{2F916CE0-1A38-4E1B-8A2C-D5348A389D87}" type="presOf" srcId="{D1CB30D4-7B42-4D1D-B046-73302AFE415E}" destId="{E36CD253-CEB7-4C34-9AB6-5B0751F5E543}" srcOrd="0" destOrd="0" presId="urn:microsoft.com/office/officeart/2016/7/layout/HorizontalActionList"/>
    <dgm:cxn modelId="{2B7A0DE6-9A53-40B8-A716-6AABC1C93581}" srcId="{B431213D-9D01-4C7C-A27D-C5FC82CB9462}" destId="{7069839B-8EC9-49A8-A7B0-7562A26AB9AD}" srcOrd="0" destOrd="0" parTransId="{0B5BFDA9-61B5-4F52-8CA1-04F4702D57D1}" sibTransId="{A17B8815-80FD-4890-B878-35AA25D9F7EF}"/>
    <dgm:cxn modelId="{FD5330F0-BA2F-482B-8F35-30D6EC549170}" srcId="{7069839B-8EC9-49A8-A7B0-7562A26AB9AD}" destId="{CA0B1A7B-9BD9-4E9C-AAEC-4A18BA0DC2F1}" srcOrd="1" destOrd="0" parTransId="{3F9C1290-BB0A-4FC4-9D20-4C7EB65037E3}" sibTransId="{6C30A577-4B5A-4613-929A-8711B9B0C805}"/>
    <dgm:cxn modelId="{0C950A9B-3480-4E24-B4DC-5CB2983848FF}" type="presParOf" srcId="{E38BA6DD-261F-4F08-AB63-F7531A8925BD}" destId="{B34B644D-62F3-47B9-88AB-0E40190488C7}" srcOrd="0" destOrd="0" presId="urn:microsoft.com/office/officeart/2016/7/layout/HorizontalActionList"/>
    <dgm:cxn modelId="{EE37511B-AF7E-407F-99C2-72226C309359}" type="presParOf" srcId="{B34B644D-62F3-47B9-88AB-0E40190488C7}" destId="{50501D63-0817-4DDE-9297-E4213AF6A52C}" srcOrd="0" destOrd="0" presId="urn:microsoft.com/office/officeart/2016/7/layout/HorizontalActionList"/>
    <dgm:cxn modelId="{F0020944-A936-4D7A-975A-3129F407919C}" type="presParOf" srcId="{B34B644D-62F3-47B9-88AB-0E40190488C7}" destId="{E36CD253-CEB7-4C34-9AB6-5B0751F5E543}" srcOrd="1" destOrd="0" presId="urn:microsoft.com/office/officeart/2016/7/layout/HorizontalActionList"/>
    <dgm:cxn modelId="{815377E3-E15E-4EA5-803D-D7A104D60C4F}" type="presParOf" srcId="{E38BA6DD-261F-4F08-AB63-F7531A8925BD}" destId="{90A0D608-7EE1-4D40-B3B7-1DEA2E593FBB}" srcOrd="1" destOrd="0" presId="urn:microsoft.com/office/officeart/2016/7/layout/HorizontalActionList"/>
    <dgm:cxn modelId="{398790F6-8434-4734-9D3E-D221D481EF99}" type="presParOf" srcId="{E38BA6DD-261F-4F08-AB63-F7531A8925BD}" destId="{41EB214A-09F0-4707-BF8A-3BFF53D743CF}" srcOrd="2" destOrd="0" presId="urn:microsoft.com/office/officeart/2016/7/layout/HorizontalActionList"/>
    <dgm:cxn modelId="{2F66CBC7-A0FD-4150-BF09-33EF34DA3CD7}" type="presParOf" srcId="{41EB214A-09F0-4707-BF8A-3BFF53D743CF}" destId="{B3FC3336-678A-42CD-ABB0-F52B039C6729}" srcOrd="0" destOrd="0" presId="urn:microsoft.com/office/officeart/2016/7/layout/HorizontalActionList"/>
    <dgm:cxn modelId="{33E6445D-4CD3-444E-9FA8-8B3D5EFC4887}" type="presParOf" srcId="{41EB214A-09F0-4707-BF8A-3BFF53D743CF}" destId="{C01566C3-F929-4BD7-BEF0-45EE60783830}" srcOrd="1" destOrd="0" presId="urn:microsoft.com/office/officeart/2016/7/layout/HorizontalAc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3C02490-033E-4EA8-9118-2B79B1117986}" type="doc">
      <dgm:prSet loTypeId="urn:microsoft.com/office/officeart/2005/8/layout/vList5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E31C2709-EFC6-468B-9A14-205B7AD4A623}">
      <dgm:prSet/>
      <dgm:spPr/>
      <dgm:t>
        <a:bodyPr/>
        <a:lstStyle/>
        <a:p>
          <a:r>
            <a:rPr lang="en-US" dirty="0" err="1"/>
            <a:t>Rezultate</a:t>
          </a:r>
          <a:r>
            <a:rPr lang="en-US" dirty="0"/>
            <a:t>:</a:t>
          </a:r>
        </a:p>
      </dgm:t>
    </dgm:pt>
    <dgm:pt modelId="{5FFB9801-8814-495D-885C-70C531C35EBD}" type="parTrans" cxnId="{70905D5B-304F-49FA-8417-8EA79B034CF7}">
      <dgm:prSet/>
      <dgm:spPr/>
      <dgm:t>
        <a:bodyPr/>
        <a:lstStyle/>
        <a:p>
          <a:endParaRPr lang="en-US"/>
        </a:p>
      </dgm:t>
    </dgm:pt>
    <dgm:pt modelId="{AEF678A3-45AA-447C-B316-0366A333A54F}" type="sibTrans" cxnId="{70905D5B-304F-49FA-8417-8EA79B034CF7}">
      <dgm:prSet/>
      <dgm:spPr/>
      <dgm:t>
        <a:bodyPr/>
        <a:lstStyle/>
        <a:p>
          <a:endParaRPr lang="en-US"/>
        </a:p>
      </dgm:t>
    </dgm:pt>
    <dgm:pt modelId="{0757C56A-EF5A-4F6A-A6B6-448E5D4B24ED}">
      <dgm:prSet/>
      <dgm:spPr/>
      <dgm:t>
        <a:bodyPr/>
        <a:lstStyle/>
        <a:p>
          <a:pPr>
            <a:buNone/>
          </a:pPr>
          <a:r>
            <a:rPr lang="en-US" dirty="0"/>
            <a:t>- </a:t>
          </a:r>
          <a:r>
            <a:rPr lang="en-US" dirty="0" err="1"/>
            <a:t>Aplica</a:t>
          </a:r>
          <a:r>
            <a:rPr lang="ro-RO" dirty="0"/>
            <a:t>ț</a:t>
          </a:r>
          <a:r>
            <a:rPr lang="en-US" dirty="0" err="1"/>
            <a:t>ie</a:t>
          </a:r>
          <a:r>
            <a:rPr lang="en-US" dirty="0"/>
            <a:t> </a:t>
          </a:r>
          <a:r>
            <a:rPr lang="ro-RO" dirty="0"/>
            <a:t>de gestionare, </a:t>
          </a:r>
          <a:r>
            <a:rPr lang="en-US" dirty="0" err="1"/>
            <a:t>complet</a:t>
          </a:r>
          <a:r>
            <a:rPr lang="en-US" dirty="0"/>
            <a:t> </a:t>
          </a:r>
          <a:r>
            <a:rPr lang="en-US" dirty="0" err="1"/>
            <a:t>func</a:t>
          </a:r>
          <a:r>
            <a:rPr lang="ro-RO" dirty="0"/>
            <a:t>ț</a:t>
          </a:r>
          <a:r>
            <a:rPr lang="en-US" dirty="0" err="1"/>
            <a:t>ional</a:t>
          </a:r>
          <a:r>
            <a:rPr lang="ro-RO" dirty="0"/>
            <a:t>ă.</a:t>
          </a:r>
          <a:endParaRPr lang="en-US" dirty="0"/>
        </a:p>
      </dgm:t>
    </dgm:pt>
    <dgm:pt modelId="{64BF0E14-CB62-46AE-9888-74DF8FBB0018}" type="parTrans" cxnId="{11C43E80-2BDD-4D96-BF3B-4BEE49266B64}">
      <dgm:prSet/>
      <dgm:spPr/>
      <dgm:t>
        <a:bodyPr/>
        <a:lstStyle/>
        <a:p>
          <a:endParaRPr lang="en-US"/>
        </a:p>
      </dgm:t>
    </dgm:pt>
    <dgm:pt modelId="{98FC1AE6-E0CF-44E5-9569-902F0156916C}" type="sibTrans" cxnId="{11C43E80-2BDD-4D96-BF3B-4BEE49266B64}">
      <dgm:prSet/>
      <dgm:spPr/>
      <dgm:t>
        <a:bodyPr/>
        <a:lstStyle/>
        <a:p>
          <a:endParaRPr lang="en-US"/>
        </a:p>
      </dgm:t>
    </dgm:pt>
    <dgm:pt modelId="{1DCE13A7-7992-4FA2-BB09-14FC0C9CA310}">
      <dgm:prSet/>
      <dgm:spPr/>
      <dgm:t>
        <a:bodyPr/>
        <a:lstStyle/>
        <a:p>
          <a:pPr>
            <a:buNone/>
          </a:pPr>
          <a:r>
            <a:rPr lang="en-US" dirty="0"/>
            <a:t>- </a:t>
          </a:r>
          <a:r>
            <a:rPr lang="en-US" dirty="0" err="1"/>
            <a:t>Interfa</a:t>
          </a:r>
          <a:r>
            <a:rPr lang="ro-RO" dirty="0" err="1"/>
            <a:t>ță</a:t>
          </a:r>
          <a:r>
            <a:rPr lang="en-US" dirty="0"/>
            <a:t> modern</a:t>
          </a:r>
          <a:r>
            <a:rPr lang="ro-RO" dirty="0"/>
            <a:t>ă</a:t>
          </a:r>
          <a:r>
            <a:rPr lang="en-US" dirty="0"/>
            <a:t> </a:t>
          </a:r>
          <a:r>
            <a:rPr lang="ro-RO" dirty="0"/>
            <a:t>ș</a:t>
          </a:r>
          <a:r>
            <a:rPr lang="en-US" dirty="0" err="1"/>
            <a:t>i</a:t>
          </a:r>
          <a:r>
            <a:rPr lang="en-US" dirty="0"/>
            <a:t> </a:t>
          </a:r>
          <a:r>
            <a:rPr lang="ro-RO" dirty="0"/>
            <a:t>pagină de </a:t>
          </a:r>
          <a:r>
            <a:rPr lang="en-US" dirty="0"/>
            <a:t>Admin </a:t>
          </a:r>
          <a:r>
            <a:rPr lang="ro-RO" dirty="0"/>
            <a:t>profesională</a:t>
          </a:r>
          <a:r>
            <a:rPr lang="en-US" dirty="0"/>
            <a:t>.</a:t>
          </a:r>
        </a:p>
      </dgm:t>
    </dgm:pt>
    <dgm:pt modelId="{A3E68E9A-CD02-45BF-83AC-555F5991B625}" type="parTrans" cxnId="{45BF7CB7-C8EB-4E5A-84C6-39A1B0E8E374}">
      <dgm:prSet/>
      <dgm:spPr/>
      <dgm:t>
        <a:bodyPr/>
        <a:lstStyle/>
        <a:p>
          <a:endParaRPr lang="en-US"/>
        </a:p>
      </dgm:t>
    </dgm:pt>
    <dgm:pt modelId="{F31771DA-03C3-49A6-9D15-74C804124C50}" type="sibTrans" cxnId="{45BF7CB7-C8EB-4E5A-84C6-39A1B0E8E374}">
      <dgm:prSet/>
      <dgm:spPr/>
      <dgm:t>
        <a:bodyPr/>
        <a:lstStyle/>
        <a:p>
          <a:endParaRPr lang="en-US"/>
        </a:p>
      </dgm:t>
    </dgm:pt>
    <dgm:pt modelId="{5D59CD5D-A691-41A3-88D8-FBE5A0D45F0E}">
      <dgm:prSet/>
      <dgm:spPr/>
      <dgm:t>
        <a:bodyPr/>
        <a:lstStyle/>
        <a:p>
          <a:r>
            <a:rPr lang="en-US" dirty="0" err="1"/>
            <a:t>Concluzii</a:t>
          </a:r>
          <a:r>
            <a:rPr lang="en-US" dirty="0"/>
            <a:t>:</a:t>
          </a:r>
        </a:p>
      </dgm:t>
    </dgm:pt>
    <dgm:pt modelId="{7D8A0901-BB9B-4B41-87C5-C4DE8722B615}" type="parTrans" cxnId="{2A069E28-8BDE-4EBD-99B2-8D47433AEC28}">
      <dgm:prSet/>
      <dgm:spPr/>
      <dgm:t>
        <a:bodyPr/>
        <a:lstStyle/>
        <a:p>
          <a:endParaRPr lang="en-US"/>
        </a:p>
      </dgm:t>
    </dgm:pt>
    <dgm:pt modelId="{9E42B38A-024D-4E9D-B0BB-AAE0107ACCAD}" type="sibTrans" cxnId="{2A069E28-8BDE-4EBD-99B2-8D47433AEC28}">
      <dgm:prSet/>
      <dgm:spPr/>
      <dgm:t>
        <a:bodyPr/>
        <a:lstStyle/>
        <a:p>
          <a:endParaRPr lang="en-US"/>
        </a:p>
      </dgm:t>
    </dgm:pt>
    <dgm:pt modelId="{D06D7E9F-AEDF-4CEE-97E0-4BF3711DFD63}">
      <dgm:prSet/>
      <dgm:spPr/>
      <dgm:t>
        <a:bodyPr/>
        <a:lstStyle/>
        <a:p>
          <a:pPr>
            <a:buNone/>
          </a:pPr>
          <a:r>
            <a:rPr lang="en-US"/>
            <a:t>- Automatizarea eliminã erorile de calcul manuale.</a:t>
          </a:r>
        </a:p>
      </dgm:t>
    </dgm:pt>
    <dgm:pt modelId="{E9374B69-76FA-4768-B4D9-3948826BA061}" type="parTrans" cxnId="{BCC9CF89-AF2F-4599-A6E1-65EAEFC147E8}">
      <dgm:prSet/>
      <dgm:spPr/>
      <dgm:t>
        <a:bodyPr/>
        <a:lstStyle/>
        <a:p>
          <a:endParaRPr lang="en-US"/>
        </a:p>
      </dgm:t>
    </dgm:pt>
    <dgm:pt modelId="{1C7A457C-90E1-4D04-8C57-64E5C2C3EE7E}" type="sibTrans" cxnId="{BCC9CF89-AF2F-4599-A6E1-65EAEFC147E8}">
      <dgm:prSet/>
      <dgm:spPr/>
      <dgm:t>
        <a:bodyPr/>
        <a:lstStyle/>
        <a:p>
          <a:endParaRPr lang="en-US"/>
        </a:p>
      </dgm:t>
    </dgm:pt>
    <dgm:pt modelId="{7E74D841-7BE5-4375-AA39-2EE051F8466A}">
      <dgm:prSet/>
      <dgm:spPr/>
      <dgm:t>
        <a:bodyPr/>
        <a:lstStyle/>
        <a:p>
          <a:pPr>
            <a:buNone/>
          </a:pPr>
          <a:r>
            <a:rPr lang="en-US" dirty="0"/>
            <a:t>- </a:t>
          </a:r>
          <a:r>
            <a:rPr lang="en-US" dirty="0" err="1"/>
            <a:t>Arhitectura</a:t>
          </a:r>
          <a:r>
            <a:rPr lang="en-US" dirty="0"/>
            <a:t> Django </a:t>
          </a:r>
          <a:r>
            <a:rPr lang="en-US" dirty="0" err="1"/>
            <a:t>permite</a:t>
          </a:r>
          <a:r>
            <a:rPr lang="en-US" dirty="0"/>
            <a:t> </a:t>
          </a:r>
          <a:r>
            <a:rPr lang="en-US" dirty="0" err="1"/>
            <a:t>extinderea</a:t>
          </a:r>
          <a:r>
            <a:rPr lang="en-US" dirty="0"/>
            <a:t> u</a:t>
          </a:r>
          <a:r>
            <a:rPr lang="ro-RO" dirty="0"/>
            <a:t>ș</a:t>
          </a:r>
          <a:r>
            <a:rPr lang="en-US" dirty="0"/>
            <a:t>oar</a:t>
          </a:r>
          <a:r>
            <a:rPr lang="ro-RO" dirty="0"/>
            <a:t>ă </a:t>
          </a:r>
          <a:r>
            <a:rPr lang="en-US" dirty="0"/>
            <a:t>(ex: pl</a:t>
          </a:r>
          <a:r>
            <a:rPr lang="ro-RO" dirty="0" err="1"/>
            <a:t>ăț</a:t>
          </a:r>
          <a:r>
            <a:rPr lang="en-US" dirty="0" err="1"/>
            <a:t>i</a:t>
          </a:r>
          <a:r>
            <a:rPr lang="en-US" dirty="0"/>
            <a:t> online).</a:t>
          </a:r>
        </a:p>
      </dgm:t>
    </dgm:pt>
    <dgm:pt modelId="{236E9955-84EC-4032-8EB9-6465297F4A51}" type="parTrans" cxnId="{0C05100C-5367-4A50-B100-4D90924F31C1}">
      <dgm:prSet/>
      <dgm:spPr/>
      <dgm:t>
        <a:bodyPr/>
        <a:lstStyle/>
        <a:p>
          <a:endParaRPr lang="en-US"/>
        </a:p>
      </dgm:t>
    </dgm:pt>
    <dgm:pt modelId="{FEC45A39-DF8F-4DB7-89B8-2C273332006D}" type="sibTrans" cxnId="{0C05100C-5367-4A50-B100-4D90924F31C1}">
      <dgm:prSet/>
      <dgm:spPr/>
      <dgm:t>
        <a:bodyPr/>
        <a:lstStyle/>
        <a:p>
          <a:endParaRPr lang="en-US"/>
        </a:p>
      </dgm:t>
    </dgm:pt>
    <dgm:pt modelId="{D5783DC4-A49F-4D3E-BDDE-377DE52B19B5}" type="pres">
      <dgm:prSet presAssocID="{C3C02490-033E-4EA8-9118-2B79B1117986}" presName="Name0" presStyleCnt="0">
        <dgm:presLayoutVars>
          <dgm:dir/>
          <dgm:animLvl val="lvl"/>
          <dgm:resizeHandles val="exact"/>
        </dgm:presLayoutVars>
      </dgm:prSet>
      <dgm:spPr/>
    </dgm:pt>
    <dgm:pt modelId="{26048DBC-83FC-4AC1-9858-FB24648EAB7E}" type="pres">
      <dgm:prSet presAssocID="{E31C2709-EFC6-468B-9A14-205B7AD4A623}" presName="linNode" presStyleCnt="0"/>
      <dgm:spPr/>
    </dgm:pt>
    <dgm:pt modelId="{EADAC3E0-C394-477A-BE66-40C242798142}" type="pres">
      <dgm:prSet presAssocID="{E31C2709-EFC6-468B-9A14-205B7AD4A623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2842ED1F-F2FE-41A7-9F59-4EBFFC603645}" type="pres">
      <dgm:prSet presAssocID="{E31C2709-EFC6-468B-9A14-205B7AD4A623}" presName="descendantText" presStyleLbl="alignAccFollowNode1" presStyleIdx="0" presStyleCnt="2">
        <dgm:presLayoutVars>
          <dgm:bulletEnabled val="1"/>
        </dgm:presLayoutVars>
      </dgm:prSet>
      <dgm:spPr/>
    </dgm:pt>
    <dgm:pt modelId="{C7F20B13-15D6-4126-81F7-62CB15DD60D8}" type="pres">
      <dgm:prSet presAssocID="{AEF678A3-45AA-447C-B316-0366A333A54F}" presName="sp" presStyleCnt="0"/>
      <dgm:spPr/>
    </dgm:pt>
    <dgm:pt modelId="{AD8DC4EC-2CE9-498A-826B-2CF921B556B5}" type="pres">
      <dgm:prSet presAssocID="{5D59CD5D-A691-41A3-88D8-FBE5A0D45F0E}" presName="linNode" presStyleCnt="0"/>
      <dgm:spPr/>
    </dgm:pt>
    <dgm:pt modelId="{039A5E27-32EF-49F1-AD30-2834F1A2A6EE}" type="pres">
      <dgm:prSet presAssocID="{5D59CD5D-A691-41A3-88D8-FBE5A0D45F0E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BAE4722C-CA35-4207-89B7-6B145B56C18E}" type="pres">
      <dgm:prSet presAssocID="{5D59CD5D-A691-41A3-88D8-FBE5A0D45F0E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C05100C-5367-4A50-B100-4D90924F31C1}" srcId="{5D59CD5D-A691-41A3-88D8-FBE5A0D45F0E}" destId="{7E74D841-7BE5-4375-AA39-2EE051F8466A}" srcOrd="1" destOrd="0" parTransId="{236E9955-84EC-4032-8EB9-6465297F4A51}" sibTransId="{FEC45A39-DF8F-4DB7-89B8-2C273332006D}"/>
    <dgm:cxn modelId="{79BE3C14-6013-4AA7-A35E-D68A2D768A0F}" type="presOf" srcId="{0757C56A-EF5A-4F6A-A6B6-448E5D4B24ED}" destId="{2842ED1F-F2FE-41A7-9F59-4EBFFC603645}" srcOrd="0" destOrd="0" presId="urn:microsoft.com/office/officeart/2005/8/layout/vList5"/>
    <dgm:cxn modelId="{2A069E28-8BDE-4EBD-99B2-8D47433AEC28}" srcId="{C3C02490-033E-4EA8-9118-2B79B1117986}" destId="{5D59CD5D-A691-41A3-88D8-FBE5A0D45F0E}" srcOrd="1" destOrd="0" parTransId="{7D8A0901-BB9B-4B41-87C5-C4DE8722B615}" sibTransId="{9E42B38A-024D-4E9D-B0BB-AAE0107ACCAD}"/>
    <dgm:cxn modelId="{70905D5B-304F-49FA-8417-8EA79B034CF7}" srcId="{C3C02490-033E-4EA8-9118-2B79B1117986}" destId="{E31C2709-EFC6-468B-9A14-205B7AD4A623}" srcOrd="0" destOrd="0" parTransId="{5FFB9801-8814-495D-885C-70C531C35EBD}" sibTransId="{AEF678A3-45AA-447C-B316-0366A333A54F}"/>
    <dgm:cxn modelId="{092A0C6D-E305-4161-A567-B981598A507C}" type="presOf" srcId="{C3C02490-033E-4EA8-9118-2B79B1117986}" destId="{D5783DC4-A49F-4D3E-BDDE-377DE52B19B5}" srcOrd="0" destOrd="0" presId="urn:microsoft.com/office/officeart/2005/8/layout/vList5"/>
    <dgm:cxn modelId="{48328757-78D3-4FDB-BEE5-F75238DD397B}" type="presOf" srcId="{E31C2709-EFC6-468B-9A14-205B7AD4A623}" destId="{EADAC3E0-C394-477A-BE66-40C242798142}" srcOrd="0" destOrd="0" presId="urn:microsoft.com/office/officeart/2005/8/layout/vList5"/>
    <dgm:cxn modelId="{1E03A457-F764-4DA2-BF0B-09364F5E0C74}" type="presOf" srcId="{D06D7E9F-AEDF-4CEE-97E0-4BF3711DFD63}" destId="{BAE4722C-CA35-4207-89B7-6B145B56C18E}" srcOrd="0" destOrd="0" presId="urn:microsoft.com/office/officeart/2005/8/layout/vList5"/>
    <dgm:cxn modelId="{6991AB59-62DD-464E-A3E5-E92404E1FDC7}" type="presOf" srcId="{7E74D841-7BE5-4375-AA39-2EE051F8466A}" destId="{BAE4722C-CA35-4207-89B7-6B145B56C18E}" srcOrd="0" destOrd="1" presId="urn:microsoft.com/office/officeart/2005/8/layout/vList5"/>
    <dgm:cxn modelId="{11C43E80-2BDD-4D96-BF3B-4BEE49266B64}" srcId="{E31C2709-EFC6-468B-9A14-205B7AD4A623}" destId="{0757C56A-EF5A-4F6A-A6B6-448E5D4B24ED}" srcOrd="0" destOrd="0" parTransId="{64BF0E14-CB62-46AE-9888-74DF8FBB0018}" sibTransId="{98FC1AE6-E0CF-44E5-9569-902F0156916C}"/>
    <dgm:cxn modelId="{BCC9CF89-AF2F-4599-A6E1-65EAEFC147E8}" srcId="{5D59CD5D-A691-41A3-88D8-FBE5A0D45F0E}" destId="{D06D7E9F-AEDF-4CEE-97E0-4BF3711DFD63}" srcOrd="0" destOrd="0" parTransId="{E9374B69-76FA-4768-B4D9-3948826BA061}" sibTransId="{1C7A457C-90E1-4D04-8C57-64E5C2C3EE7E}"/>
    <dgm:cxn modelId="{45BF7CB7-C8EB-4E5A-84C6-39A1B0E8E374}" srcId="{E31C2709-EFC6-468B-9A14-205B7AD4A623}" destId="{1DCE13A7-7992-4FA2-BB09-14FC0C9CA310}" srcOrd="1" destOrd="0" parTransId="{A3E68E9A-CD02-45BF-83AC-555F5991B625}" sibTransId="{F31771DA-03C3-49A6-9D15-74C804124C50}"/>
    <dgm:cxn modelId="{FFFC89CE-186E-46DF-9EAE-D67A64404C06}" type="presOf" srcId="{1DCE13A7-7992-4FA2-BB09-14FC0C9CA310}" destId="{2842ED1F-F2FE-41A7-9F59-4EBFFC603645}" srcOrd="0" destOrd="1" presId="urn:microsoft.com/office/officeart/2005/8/layout/vList5"/>
    <dgm:cxn modelId="{DBE669D0-787D-499F-85AB-738FA19F1E2B}" type="presOf" srcId="{5D59CD5D-A691-41A3-88D8-FBE5A0D45F0E}" destId="{039A5E27-32EF-49F1-AD30-2834F1A2A6EE}" srcOrd="0" destOrd="0" presId="urn:microsoft.com/office/officeart/2005/8/layout/vList5"/>
    <dgm:cxn modelId="{32CC8FC1-1A8E-427F-B058-DE67FCDC58B9}" type="presParOf" srcId="{D5783DC4-A49F-4D3E-BDDE-377DE52B19B5}" destId="{26048DBC-83FC-4AC1-9858-FB24648EAB7E}" srcOrd="0" destOrd="0" presId="urn:microsoft.com/office/officeart/2005/8/layout/vList5"/>
    <dgm:cxn modelId="{AB8B44D2-F9EF-4E3A-B1E4-3456633B855C}" type="presParOf" srcId="{26048DBC-83FC-4AC1-9858-FB24648EAB7E}" destId="{EADAC3E0-C394-477A-BE66-40C242798142}" srcOrd="0" destOrd="0" presId="urn:microsoft.com/office/officeart/2005/8/layout/vList5"/>
    <dgm:cxn modelId="{9B98FADC-3AB4-43D8-904F-B90A6C2BFB2D}" type="presParOf" srcId="{26048DBC-83FC-4AC1-9858-FB24648EAB7E}" destId="{2842ED1F-F2FE-41A7-9F59-4EBFFC603645}" srcOrd="1" destOrd="0" presId="urn:microsoft.com/office/officeart/2005/8/layout/vList5"/>
    <dgm:cxn modelId="{2686213A-3A87-46E8-A81F-EBC0D5D25FC6}" type="presParOf" srcId="{D5783DC4-A49F-4D3E-BDDE-377DE52B19B5}" destId="{C7F20B13-15D6-4126-81F7-62CB15DD60D8}" srcOrd="1" destOrd="0" presId="urn:microsoft.com/office/officeart/2005/8/layout/vList5"/>
    <dgm:cxn modelId="{F2D357AF-292B-4FED-806A-B6DAC2F61E31}" type="presParOf" srcId="{D5783DC4-A49F-4D3E-BDDE-377DE52B19B5}" destId="{AD8DC4EC-2CE9-498A-826B-2CF921B556B5}" srcOrd="2" destOrd="0" presId="urn:microsoft.com/office/officeart/2005/8/layout/vList5"/>
    <dgm:cxn modelId="{78DAE219-06D3-42D4-94F3-655133CA07B9}" type="presParOf" srcId="{AD8DC4EC-2CE9-498A-826B-2CF921B556B5}" destId="{039A5E27-32EF-49F1-AD30-2834F1A2A6EE}" srcOrd="0" destOrd="0" presId="urn:microsoft.com/office/officeart/2005/8/layout/vList5"/>
    <dgm:cxn modelId="{53768F94-A591-45DC-AAEB-FE393BF2784E}" type="presParOf" srcId="{AD8DC4EC-2CE9-498A-826B-2CF921B556B5}" destId="{BAE4722C-CA35-4207-89B7-6B145B56C18E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917FBB2-C3DB-43BC-98AF-EA7AF8BEB8E2}">
      <dsp:nvSpPr>
        <dsp:cNvPr id="0" name=""/>
        <dsp:cNvSpPr/>
      </dsp:nvSpPr>
      <dsp:spPr>
        <a:xfrm>
          <a:off x="1167993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96FD7C-F16F-4E6A-B865-55CEAFEB9F18}">
      <dsp:nvSpPr>
        <dsp:cNvPr id="0" name=""/>
        <dsp:cNvSpPr/>
      </dsp:nvSpPr>
      <dsp:spPr>
        <a:xfrm>
          <a:off x="378109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 err="1"/>
            <a:t>Roluri</a:t>
          </a:r>
          <a:r>
            <a:rPr lang="en-US" sz="1700" b="1" kern="1200" dirty="0"/>
            <a:t>: </a:t>
          </a:r>
          <a:r>
            <a:rPr lang="en-US" sz="1700" kern="1200" dirty="0"/>
            <a:t>Recep</a:t>
          </a:r>
          <a:r>
            <a:rPr lang="ro-RO" sz="1700" kern="1200" dirty="0"/>
            <a:t>ț</a:t>
          </a:r>
          <a:r>
            <a:rPr lang="en-US" sz="1700" kern="1200" dirty="0" err="1"/>
            <a:t>ioner</a:t>
          </a:r>
          <a:r>
            <a:rPr lang="ro-RO" sz="1700" kern="1200" dirty="0"/>
            <a:t> și </a:t>
          </a:r>
          <a:r>
            <a:rPr lang="en-US" sz="1700" kern="1200" dirty="0"/>
            <a:t>Manager</a:t>
          </a:r>
          <a:r>
            <a:rPr lang="ro-RO" sz="1700" kern="1200" dirty="0"/>
            <a:t> (Administrator)</a:t>
          </a:r>
          <a:endParaRPr lang="en-US" sz="1700" kern="1200" dirty="0"/>
        </a:p>
      </dsp:txBody>
      <dsp:txXfrm>
        <a:off x="378109" y="2068861"/>
        <a:ext cx="2872305" cy="720000"/>
      </dsp:txXfrm>
    </dsp:sp>
    <dsp:sp modelId="{AE2CD2F0-B4F3-4D3E-893B-0B7483BF24E4}">
      <dsp:nvSpPr>
        <dsp:cNvPr id="0" name=""/>
        <dsp:cNvSpPr/>
      </dsp:nvSpPr>
      <dsp:spPr>
        <a:xfrm>
          <a:off x="4542951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95F943-C294-47B8-8E4C-69A26F281DEB}">
      <dsp:nvSpPr>
        <dsp:cNvPr id="0" name=""/>
        <dsp:cNvSpPr/>
      </dsp:nvSpPr>
      <dsp:spPr>
        <a:xfrm>
          <a:off x="3753067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Flux </a:t>
          </a:r>
          <a:r>
            <a:rPr lang="en-US" sz="1700" b="1" kern="1200" dirty="0" err="1"/>
            <a:t>Automatizat</a:t>
          </a:r>
          <a:r>
            <a:rPr lang="en-US" sz="1700" b="1" kern="1200" dirty="0"/>
            <a:t>: </a:t>
          </a:r>
          <a:r>
            <a:rPr lang="en-US" sz="1700" kern="1200" dirty="0" err="1"/>
            <a:t>Rezervare</a:t>
          </a:r>
          <a:r>
            <a:rPr lang="en-US" sz="1700" kern="1200" dirty="0"/>
            <a:t> -&gt; Check-in -&gt; </a:t>
          </a:r>
          <a:r>
            <a:rPr lang="en-US" sz="1700" kern="1200" dirty="0" err="1"/>
            <a:t>Facturare</a:t>
          </a:r>
          <a:endParaRPr lang="en-US" sz="1700" kern="1200" dirty="0"/>
        </a:p>
      </dsp:txBody>
      <dsp:txXfrm>
        <a:off x="3753067" y="2068861"/>
        <a:ext cx="2872305" cy="720000"/>
      </dsp:txXfrm>
    </dsp:sp>
    <dsp:sp modelId="{78EB5D8F-055C-473B-930E-4748905C07B7}">
      <dsp:nvSpPr>
        <dsp:cNvPr id="0" name=""/>
        <dsp:cNvSpPr/>
      </dsp:nvSpPr>
      <dsp:spPr>
        <a:xfrm>
          <a:off x="7917909" y="421040"/>
          <a:ext cx="1292537" cy="129253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EDEE16-BB2F-4987-AD62-FC9461A51278}">
      <dsp:nvSpPr>
        <dsp:cNvPr id="0" name=""/>
        <dsp:cNvSpPr/>
      </dsp:nvSpPr>
      <dsp:spPr>
        <a:xfrm>
          <a:off x="7128025" y="2068861"/>
          <a:ext cx="2872305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 err="1"/>
            <a:t>Financiar</a:t>
          </a:r>
          <a:r>
            <a:rPr lang="en-US" sz="1700" b="1" kern="1200" dirty="0"/>
            <a:t>: </a:t>
          </a:r>
          <a:r>
            <a:rPr lang="en-US" sz="1700" kern="1200" dirty="0" err="1"/>
            <a:t>Calculul</a:t>
          </a:r>
          <a:r>
            <a:rPr lang="en-US" sz="1700" kern="1200" dirty="0"/>
            <a:t> automat al </a:t>
          </a:r>
          <a:r>
            <a:rPr lang="en-US" sz="1700" kern="1200" dirty="0" err="1"/>
            <a:t>costului</a:t>
          </a:r>
          <a:r>
            <a:rPr lang="en-US" sz="1700" kern="1200" dirty="0"/>
            <a:t> </a:t>
          </a:r>
          <a:r>
            <a:rPr lang="ro-RO" sz="1700" kern="1200" dirty="0"/>
            <a:t>ș</a:t>
          </a:r>
          <a:r>
            <a:rPr lang="en-US" sz="1700" kern="1200" dirty="0" err="1"/>
            <a:t>i</a:t>
          </a:r>
          <a:r>
            <a:rPr lang="en-US" sz="1700" kern="1200" dirty="0"/>
            <a:t> </a:t>
          </a:r>
          <a:r>
            <a:rPr lang="en-US" sz="1700" kern="1200" dirty="0" err="1"/>
            <a:t>generarea</a:t>
          </a:r>
          <a:r>
            <a:rPr lang="en-US" sz="1700" kern="1200" dirty="0"/>
            <a:t> </a:t>
          </a:r>
          <a:r>
            <a:rPr lang="en-US" sz="1700" kern="1200" dirty="0" err="1"/>
            <a:t>facturii</a:t>
          </a:r>
          <a:r>
            <a:rPr lang="en-US" sz="1700" kern="1200" dirty="0"/>
            <a:t>.</a:t>
          </a:r>
        </a:p>
      </dsp:txBody>
      <dsp:txXfrm>
        <a:off x="7128025" y="2068861"/>
        <a:ext cx="2872305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78E87A-D39E-43ED-A554-8998C8C97098}">
      <dsp:nvSpPr>
        <dsp:cNvPr id="0" name=""/>
        <dsp:cNvSpPr/>
      </dsp:nvSpPr>
      <dsp:spPr>
        <a:xfrm>
          <a:off x="1583986" y="1197"/>
          <a:ext cx="1963285" cy="98164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Tehnologii folosite: Django, Python, SQLite.</a:t>
          </a:r>
        </a:p>
      </dsp:txBody>
      <dsp:txXfrm>
        <a:off x="1612737" y="29948"/>
        <a:ext cx="1905783" cy="924140"/>
      </dsp:txXfrm>
    </dsp:sp>
    <dsp:sp modelId="{940F2D81-37F9-413E-9D8D-566C275544EF}">
      <dsp:nvSpPr>
        <dsp:cNvPr id="0" name=""/>
        <dsp:cNvSpPr/>
      </dsp:nvSpPr>
      <dsp:spPr>
        <a:xfrm>
          <a:off x="4038093" y="1197"/>
          <a:ext cx="1963285" cy="981642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kern="1200" dirty="0"/>
            <a:t>Arhitectura este MVT.</a:t>
          </a:r>
          <a:endParaRPr lang="en-US" sz="2000" kern="1200" dirty="0"/>
        </a:p>
      </dsp:txBody>
      <dsp:txXfrm>
        <a:off x="4066844" y="29948"/>
        <a:ext cx="1905783" cy="924140"/>
      </dsp:txXfrm>
    </dsp:sp>
    <dsp:sp modelId="{60A16791-9FC5-4EC9-8C75-FFFBBEE3C277}">
      <dsp:nvSpPr>
        <dsp:cNvPr id="0" name=""/>
        <dsp:cNvSpPr/>
      </dsp:nvSpPr>
      <dsp:spPr>
        <a:xfrm>
          <a:off x="6492200" y="1197"/>
          <a:ext cx="1963285" cy="981642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0" kern="1200" dirty="0"/>
            <a:t>Model</a:t>
          </a:r>
          <a:r>
            <a:rPr lang="ro-RO" sz="2000" b="0" kern="1200" dirty="0" err="1"/>
            <a:t>area</a:t>
          </a:r>
          <a:r>
            <a:rPr lang="en-US" sz="2000" b="0" kern="1200" dirty="0"/>
            <a:t> </a:t>
          </a:r>
          <a:r>
            <a:rPr lang="en-US" sz="2000" b="0" kern="1200" dirty="0" err="1"/>
            <a:t>Datelor</a:t>
          </a:r>
          <a:r>
            <a:rPr lang="en-US" sz="2000" b="0" kern="1200" dirty="0"/>
            <a:t> (Django ORM)</a:t>
          </a:r>
        </a:p>
      </dsp:txBody>
      <dsp:txXfrm>
        <a:off x="6520951" y="29948"/>
        <a:ext cx="1905783" cy="924140"/>
      </dsp:txXfrm>
    </dsp:sp>
    <dsp:sp modelId="{DF3CC31C-A19F-47AD-A9B1-E05318CED992}">
      <dsp:nvSpPr>
        <dsp:cNvPr id="0" name=""/>
        <dsp:cNvSpPr/>
      </dsp:nvSpPr>
      <dsp:spPr>
        <a:xfrm>
          <a:off x="6688528" y="982839"/>
          <a:ext cx="196328" cy="73623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6232"/>
              </a:lnTo>
              <a:lnTo>
                <a:pt x="196328" y="736232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C1ACF2-EC57-418E-BFB3-4D8D1A44E94E}">
      <dsp:nvSpPr>
        <dsp:cNvPr id="0" name=""/>
        <dsp:cNvSpPr/>
      </dsp:nvSpPr>
      <dsp:spPr>
        <a:xfrm>
          <a:off x="6884857" y="1228250"/>
          <a:ext cx="1570628" cy="9816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 dirty="0"/>
            <a:t>Asigură consistența și integritatea datelor</a:t>
          </a:r>
          <a:endParaRPr lang="en-US" sz="1500" kern="1200" dirty="0"/>
        </a:p>
      </dsp:txBody>
      <dsp:txXfrm>
        <a:off x="6913608" y="1257001"/>
        <a:ext cx="1513126" cy="924140"/>
      </dsp:txXfrm>
    </dsp:sp>
    <dsp:sp modelId="{BD0F2D92-F715-41D3-A72A-108CFA076244}">
      <dsp:nvSpPr>
        <dsp:cNvPr id="0" name=""/>
        <dsp:cNvSpPr/>
      </dsp:nvSpPr>
      <dsp:spPr>
        <a:xfrm>
          <a:off x="6688528" y="982839"/>
          <a:ext cx="196328" cy="196328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963285"/>
              </a:lnTo>
              <a:lnTo>
                <a:pt x="196328" y="1963285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BE489EC-1A61-4C49-9799-B707BC6ACF96}">
      <dsp:nvSpPr>
        <dsp:cNvPr id="0" name=""/>
        <dsp:cNvSpPr/>
      </dsp:nvSpPr>
      <dsp:spPr>
        <a:xfrm>
          <a:off x="6884857" y="2455304"/>
          <a:ext cx="1570628" cy="98164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8575" tIns="19050" rIns="28575" bIns="190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500" kern="1200" dirty="0"/>
            <a:t>Definește entitățile aplicației și relațiile dintre ele</a:t>
          </a:r>
          <a:endParaRPr lang="en-US" sz="1500" kern="1200" dirty="0"/>
        </a:p>
      </dsp:txBody>
      <dsp:txXfrm>
        <a:off x="6913608" y="2484055"/>
        <a:ext cx="1513126" cy="92414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501D63-0817-4DDE-9297-E4213AF6A52C}">
      <dsp:nvSpPr>
        <dsp:cNvPr id="0" name=""/>
        <dsp:cNvSpPr/>
      </dsp:nvSpPr>
      <dsp:spPr>
        <a:xfrm>
          <a:off x="7612" y="15573"/>
          <a:ext cx="5196240" cy="1558872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0618" tIns="410618" rIns="410618" bIns="410618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Use Cases:</a:t>
          </a:r>
        </a:p>
      </dsp:txBody>
      <dsp:txXfrm>
        <a:off x="7612" y="15573"/>
        <a:ext cx="5196240" cy="1558872"/>
      </dsp:txXfrm>
    </dsp:sp>
    <dsp:sp modelId="{E36CD253-CEB7-4C34-9AB6-5B0751F5E543}">
      <dsp:nvSpPr>
        <dsp:cNvPr id="0" name=""/>
        <dsp:cNvSpPr/>
      </dsp:nvSpPr>
      <dsp:spPr>
        <a:xfrm>
          <a:off x="7612" y="1574445"/>
          <a:ext cx="5196240" cy="2761318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13273" tIns="513273" rIns="513273" bIns="513273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- Recep</a:t>
          </a:r>
          <a:r>
            <a:rPr lang="ro-RO" sz="2800" kern="1200" dirty="0"/>
            <a:t>ț</a:t>
          </a:r>
          <a:r>
            <a:rPr lang="en-US" sz="2800" kern="1200" dirty="0" err="1"/>
            <a:t>ioner</a:t>
          </a:r>
          <a:r>
            <a:rPr lang="en-US" sz="2800" kern="1200" dirty="0"/>
            <a:t>: </a:t>
          </a:r>
          <a:r>
            <a:rPr lang="en-US" sz="2800" kern="1200" dirty="0" err="1"/>
            <a:t>Creeaz</a:t>
          </a:r>
          <a:r>
            <a:rPr lang="ro-RO" sz="2800" kern="1200" dirty="0"/>
            <a:t>ă</a:t>
          </a:r>
          <a:r>
            <a:rPr lang="en-US" sz="2800" kern="1200" dirty="0"/>
            <a:t> o </a:t>
          </a:r>
          <a:r>
            <a:rPr lang="en-US" sz="2800" kern="1200" dirty="0" err="1"/>
            <a:t>rezervare</a:t>
          </a:r>
          <a:r>
            <a:rPr lang="en-US" sz="2800" kern="1200" dirty="0"/>
            <a:t> nou</a:t>
          </a:r>
          <a:r>
            <a:rPr lang="ro-RO" sz="2800" kern="1200" dirty="0"/>
            <a:t>ă.</a:t>
          </a:r>
          <a:endParaRPr lang="en-US" sz="2800" kern="1200" dirty="0"/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Manager: Vizualizeazã rapoarte</a:t>
          </a:r>
          <a:r>
            <a:rPr lang="ro-RO" sz="2800" kern="1200"/>
            <a:t>.</a:t>
          </a:r>
          <a:endParaRPr lang="en-US" sz="2800" kern="1200" dirty="0"/>
        </a:p>
      </dsp:txBody>
      <dsp:txXfrm>
        <a:off x="7612" y="1574445"/>
        <a:ext cx="5196240" cy="2761318"/>
      </dsp:txXfrm>
    </dsp:sp>
    <dsp:sp modelId="{B3FC3336-678A-42CD-ABB0-F52B039C6729}">
      <dsp:nvSpPr>
        <dsp:cNvPr id="0" name=""/>
        <dsp:cNvSpPr/>
      </dsp:nvSpPr>
      <dsp:spPr>
        <a:xfrm>
          <a:off x="5311747" y="15573"/>
          <a:ext cx="5196240" cy="1558872"/>
        </a:xfrm>
        <a:prstGeom prst="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10618" tIns="410618" rIns="410618" bIns="410618" numCol="1" spcCol="1270" anchor="ctr" anchorCtr="0">
          <a:noAutofit/>
        </a:bodyPr>
        <a:lstStyle/>
        <a:p>
          <a:pPr marL="0" lvl="0" indent="0" algn="ctr" defTabSz="2311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200" kern="1200" dirty="0"/>
            <a:t>Unit Testing:</a:t>
          </a:r>
        </a:p>
      </dsp:txBody>
      <dsp:txXfrm>
        <a:off x="5311747" y="15573"/>
        <a:ext cx="5196240" cy="1558872"/>
      </dsp:txXfrm>
    </dsp:sp>
    <dsp:sp modelId="{C01566C3-F929-4BD7-BEF0-45EE60783830}">
      <dsp:nvSpPr>
        <dsp:cNvPr id="0" name=""/>
        <dsp:cNvSpPr/>
      </dsp:nvSpPr>
      <dsp:spPr>
        <a:xfrm>
          <a:off x="5311747" y="1574445"/>
          <a:ext cx="5196240" cy="2761318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513273" tIns="513273" rIns="513273" bIns="513273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/>
            <a:t>- </a:t>
          </a:r>
          <a:r>
            <a:rPr lang="en-US" sz="2800" kern="1200" dirty="0" err="1"/>
            <a:t>Verificarea</a:t>
          </a:r>
          <a:r>
            <a:rPr lang="en-US" sz="2800" kern="1200" dirty="0"/>
            <a:t> independent</a:t>
          </a:r>
          <a:r>
            <a:rPr lang="ro-RO" sz="2800" kern="1200" dirty="0"/>
            <a:t>ă</a:t>
          </a:r>
          <a:r>
            <a:rPr lang="en-US" sz="2800" kern="1200" dirty="0"/>
            <a:t> a </a:t>
          </a:r>
          <a:r>
            <a:rPr lang="en-US" sz="2800" kern="1200" dirty="0" err="1"/>
            <a:t>fiec</a:t>
          </a:r>
          <a:r>
            <a:rPr lang="ro-RO" sz="2800" kern="1200" dirty="0"/>
            <a:t>ă</a:t>
          </a:r>
          <a:r>
            <a:rPr lang="en-US" sz="2800" kern="1200" dirty="0"/>
            <a:t>rei </a:t>
          </a:r>
          <a:r>
            <a:rPr lang="en-US" sz="2800" kern="1200" dirty="0" err="1"/>
            <a:t>componente</a:t>
          </a:r>
          <a:endParaRPr lang="en-US" sz="2800" kern="1200" dirty="0"/>
        </a:p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- Test</a:t>
          </a:r>
          <a:r>
            <a:rPr lang="ro-RO" sz="2800" kern="1200"/>
            <a:t>ă</a:t>
          </a:r>
          <a:r>
            <a:rPr lang="en-US" sz="2800" kern="1200"/>
            <a:t>m dac</a:t>
          </a:r>
          <a:r>
            <a:rPr lang="ro-RO" sz="2800" kern="1200"/>
            <a:t>ă</a:t>
          </a:r>
          <a:r>
            <a:rPr lang="en-US" sz="2800" kern="1200"/>
            <a:t> rezervare</a:t>
          </a:r>
          <a:r>
            <a:rPr lang="ro-RO" sz="2800" kern="1200"/>
            <a:t>a</a:t>
          </a:r>
          <a:r>
            <a:rPr lang="en-US" sz="2800" kern="1200"/>
            <a:t> se salveaz</a:t>
          </a:r>
          <a:r>
            <a:rPr lang="ro-RO" sz="2800" kern="1200"/>
            <a:t>ă </a:t>
          </a:r>
          <a:r>
            <a:rPr lang="en-US" sz="2800" kern="1200"/>
            <a:t>corect</a:t>
          </a:r>
          <a:r>
            <a:rPr lang="ro-RO" sz="2800" kern="1200"/>
            <a:t>.</a:t>
          </a:r>
          <a:endParaRPr lang="en-US" sz="2800" kern="1200" dirty="0"/>
        </a:p>
      </dsp:txBody>
      <dsp:txXfrm>
        <a:off x="5311747" y="1574445"/>
        <a:ext cx="5196240" cy="276131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42ED1F-F2FE-41A7-9F59-4EBFFC603645}">
      <dsp:nvSpPr>
        <dsp:cNvPr id="0" name=""/>
        <dsp:cNvSpPr/>
      </dsp:nvSpPr>
      <dsp:spPr>
        <a:xfrm rot="5400000">
          <a:off x="2613671" y="-568172"/>
          <a:ext cx="1698041" cy="325900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- </a:t>
          </a:r>
          <a:r>
            <a:rPr lang="en-US" sz="1900" kern="1200" dirty="0" err="1"/>
            <a:t>Aplica</a:t>
          </a:r>
          <a:r>
            <a:rPr lang="ro-RO" sz="1900" kern="1200" dirty="0"/>
            <a:t>ț</a:t>
          </a:r>
          <a:r>
            <a:rPr lang="en-US" sz="1900" kern="1200" dirty="0" err="1"/>
            <a:t>ie</a:t>
          </a:r>
          <a:r>
            <a:rPr lang="en-US" sz="1900" kern="1200" dirty="0"/>
            <a:t> </a:t>
          </a:r>
          <a:r>
            <a:rPr lang="ro-RO" sz="1900" kern="1200" dirty="0"/>
            <a:t>de gestionare, </a:t>
          </a:r>
          <a:r>
            <a:rPr lang="en-US" sz="1900" kern="1200" dirty="0" err="1"/>
            <a:t>complet</a:t>
          </a:r>
          <a:r>
            <a:rPr lang="en-US" sz="1900" kern="1200" dirty="0"/>
            <a:t> </a:t>
          </a:r>
          <a:r>
            <a:rPr lang="en-US" sz="1900" kern="1200" dirty="0" err="1"/>
            <a:t>func</a:t>
          </a:r>
          <a:r>
            <a:rPr lang="ro-RO" sz="1900" kern="1200" dirty="0"/>
            <a:t>ț</a:t>
          </a:r>
          <a:r>
            <a:rPr lang="en-US" sz="1900" kern="1200" dirty="0" err="1"/>
            <a:t>ional</a:t>
          </a:r>
          <a:r>
            <a:rPr lang="ro-RO" sz="1900" kern="1200" dirty="0"/>
            <a:t>ă.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- </a:t>
          </a:r>
          <a:r>
            <a:rPr lang="en-US" sz="1900" kern="1200" dirty="0" err="1"/>
            <a:t>Interfa</a:t>
          </a:r>
          <a:r>
            <a:rPr lang="ro-RO" sz="1900" kern="1200" dirty="0" err="1"/>
            <a:t>ță</a:t>
          </a:r>
          <a:r>
            <a:rPr lang="en-US" sz="1900" kern="1200" dirty="0"/>
            <a:t> modern</a:t>
          </a:r>
          <a:r>
            <a:rPr lang="ro-RO" sz="1900" kern="1200" dirty="0"/>
            <a:t>ă</a:t>
          </a:r>
          <a:r>
            <a:rPr lang="en-US" sz="1900" kern="1200" dirty="0"/>
            <a:t> </a:t>
          </a:r>
          <a:r>
            <a:rPr lang="ro-RO" sz="1900" kern="1200" dirty="0"/>
            <a:t>ș</a:t>
          </a:r>
          <a:r>
            <a:rPr lang="en-US" sz="1900" kern="1200" dirty="0" err="1"/>
            <a:t>i</a:t>
          </a:r>
          <a:r>
            <a:rPr lang="en-US" sz="1900" kern="1200" dirty="0"/>
            <a:t> </a:t>
          </a:r>
          <a:r>
            <a:rPr lang="ro-RO" sz="1900" kern="1200" dirty="0"/>
            <a:t>pagină de </a:t>
          </a:r>
          <a:r>
            <a:rPr lang="en-US" sz="1900" kern="1200" dirty="0"/>
            <a:t>Admin </a:t>
          </a:r>
          <a:r>
            <a:rPr lang="ro-RO" sz="1900" kern="1200" dirty="0"/>
            <a:t>profesională</a:t>
          </a:r>
          <a:r>
            <a:rPr lang="en-US" sz="1900" kern="1200" dirty="0"/>
            <a:t>.</a:t>
          </a:r>
        </a:p>
      </dsp:txBody>
      <dsp:txXfrm rot="-5400000">
        <a:off x="1833190" y="295201"/>
        <a:ext cx="3176112" cy="1532257"/>
      </dsp:txXfrm>
    </dsp:sp>
    <dsp:sp modelId="{EADAC3E0-C394-477A-BE66-40C242798142}">
      <dsp:nvSpPr>
        <dsp:cNvPr id="0" name=""/>
        <dsp:cNvSpPr/>
      </dsp:nvSpPr>
      <dsp:spPr>
        <a:xfrm>
          <a:off x="0" y="53"/>
          <a:ext cx="1833189" cy="2122552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Rezultate</a:t>
          </a:r>
          <a:r>
            <a:rPr lang="en-US" sz="2600" kern="1200" dirty="0"/>
            <a:t>:</a:t>
          </a:r>
        </a:p>
      </dsp:txBody>
      <dsp:txXfrm>
        <a:off x="89489" y="89542"/>
        <a:ext cx="1654211" cy="1943574"/>
      </dsp:txXfrm>
    </dsp:sp>
    <dsp:sp modelId="{BAE4722C-CA35-4207-89B7-6B145B56C18E}">
      <dsp:nvSpPr>
        <dsp:cNvPr id="0" name=""/>
        <dsp:cNvSpPr/>
      </dsp:nvSpPr>
      <dsp:spPr>
        <a:xfrm rot="5400000">
          <a:off x="2613671" y="1660506"/>
          <a:ext cx="1698041" cy="3259004"/>
        </a:xfrm>
        <a:prstGeom prst="round2Same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/>
            <a:t>- Automatizarea eliminã erorile de calcul manuale.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900" kern="1200" dirty="0"/>
            <a:t>- </a:t>
          </a:r>
          <a:r>
            <a:rPr lang="en-US" sz="1900" kern="1200" dirty="0" err="1"/>
            <a:t>Arhitectura</a:t>
          </a:r>
          <a:r>
            <a:rPr lang="en-US" sz="1900" kern="1200" dirty="0"/>
            <a:t> Django </a:t>
          </a:r>
          <a:r>
            <a:rPr lang="en-US" sz="1900" kern="1200" dirty="0" err="1"/>
            <a:t>permite</a:t>
          </a:r>
          <a:r>
            <a:rPr lang="en-US" sz="1900" kern="1200" dirty="0"/>
            <a:t> </a:t>
          </a:r>
          <a:r>
            <a:rPr lang="en-US" sz="1900" kern="1200" dirty="0" err="1"/>
            <a:t>extinderea</a:t>
          </a:r>
          <a:r>
            <a:rPr lang="en-US" sz="1900" kern="1200" dirty="0"/>
            <a:t> u</a:t>
          </a:r>
          <a:r>
            <a:rPr lang="ro-RO" sz="1900" kern="1200" dirty="0"/>
            <a:t>ș</a:t>
          </a:r>
          <a:r>
            <a:rPr lang="en-US" sz="1900" kern="1200" dirty="0"/>
            <a:t>oar</a:t>
          </a:r>
          <a:r>
            <a:rPr lang="ro-RO" sz="1900" kern="1200" dirty="0"/>
            <a:t>ă </a:t>
          </a:r>
          <a:r>
            <a:rPr lang="en-US" sz="1900" kern="1200" dirty="0"/>
            <a:t>(ex: pl</a:t>
          </a:r>
          <a:r>
            <a:rPr lang="ro-RO" sz="1900" kern="1200" dirty="0" err="1"/>
            <a:t>ăț</a:t>
          </a:r>
          <a:r>
            <a:rPr lang="en-US" sz="1900" kern="1200" dirty="0" err="1"/>
            <a:t>i</a:t>
          </a:r>
          <a:r>
            <a:rPr lang="en-US" sz="1900" kern="1200" dirty="0"/>
            <a:t> online).</a:t>
          </a:r>
        </a:p>
      </dsp:txBody>
      <dsp:txXfrm rot="-5400000">
        <a:off x="1833190" y="2523879"/>
        <a:ext cx="3176112" cy="1532257"/>
      </dsp:txXfrm>
    </dsp:sp>
    <dsp:sp modelId="{039A5E27-32EF-49F1-AD30-2834F1A2A6EE}">
      <dsp:nvSpPr>
        <dsp:cNvPr id="0" name=""/>
        <dsp:cNvSpPr/>
      </dsp:nvSpPr>
      <dsp:spPr>
        <a:xfrm>
          <a:off x="0" y="2228732"/>
          <a:ext cx="1833189" cy="2122552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 err="1"/>
            <a:t>Concluzii</a:t>
          </a:r>
          <a:r>
            <a:rPr lang="en-US" sz="2600" kern="1200" dirty="0"/>
            <a:t>:</a:t>
          </a:r>
        </a:p>
      </dsp:txBody>
      <dsp:txXfrm>
        <a:off x="89489" y="2318221"/>
        <a:ext cx="1654211" cy="19435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6/7/layout/HorizontalActionList">
  <dgm:title val="Horizontal Action List"/>
  <dgm:desc val="Used to show non-sequential or grouped lists of information. Works well with large amounts of text. All text has the same level of emphasis, and direction is not implied."/>
  <dgm:catLst>
    <dgm:cat type="list" pri="5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 fact="0.6"/>
      <dgm:constr type="h" for="des" forName="composite" op="equ"/>
      <dgm:constr type="w" for="ch" forName="composite" refType="w"/>
      <dgm:constr type="w" for="des" forName="parTx"/>
      <dgm:constr type="h" for="des" forName="parTx" op="equ"/>
      <dgm:constr type="w" for="des" forName="desTx"/>
      <dgm:constr type="primFontSz" for="des" forName="parTx" val="54"/>
      <dgm:constr type="primFontSz" for="des" forName="desTx" refType="primFontSz" refFor="des" refForName="parTx" op="lte" fact="0.75"/>
      <dgm:constr type="h" for="des" forName="desTx" op="equ"/>
      <dgm:constr type="w" for="ch" forName="space" op="equ" val="3"/>
    </dgm:constrLst>
    <dgm:ruleLst>
      <dgm:rule type="w" for="ch" forName="composite" val="0" fact="NaN" max="NaN"/>
    </dgm:ruleLst>
    <dgm:forEach name="Name6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3"/>
            <dgm:constr type="h"/>
            <dgm:constr type="tMarg" refType="w" fact="0.224"/>
            <dgm:constr type="bMarg" refType="w" fact="0.224"/>
            <dgm:constr type="lMarg" refType="w" fact="0.224"/>
            <dgm:constr type="rMarg" refType="w" fact="0.224"/>
          </dgm:constrLst>
          <dgm:ruleLst>
            <dgm:rule type="h" val="INF" fact="NaN" max="NaN"/>
            <dgm:rule type="primFontSz" val="14" fact="NaN" max="NaN"/>
          </dgm:ruleLst>
        </dgm:layoutNode>
        <dgm:layoutNode name="desTx" styleLbl="alignAccFollowNode1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primFontSz" val="28"/>
            <dgm:constr type="tMarg" refType="w" fact="0.28"/>
            <dgm:constr type="bMarg" refType="w" fact="0.28"/>
            <dgm:constr type="lMarg" refType="w" fact="0.28"/>
            <dgm:constr type="rMarg" refType="w" fact="0.28"/>
          </dgm:constrLst>
          <dgm:ruleLst>
            <dgm:rule type="h" val="INF" fact="NaN" max="NaN"/>
            <dgm:rule type="primFontSz" val="11" fact="NaN" max="NaN"/>
          </dgm:ruleLst>
        </dgm:layoutNode>
      </dgm:layoutNode>
      <dgm:forEach name="Name19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9FECCD-DADF-6A9B-346F-B6B1EB11D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8B7E54-1035-9620-044F-C9F09DD936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A163C-7211-EFA6-5FB7-BD6DCD5A3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2730A-D0E3-4E4B-A46F-E6465A526A6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3CAD7-8E2E-CC4B-1541-ECC4B3EC5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17B09-D3C7-1C5C-1E4C-05E0D7D82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A6126-414C-4841-857E-D4885809D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076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86AE1-C23E-E9AB-C7D9-7E242D0AB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DAF58-9CB3-8535-6363-62D82406B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DDCFF-421E-02E7-D995-F40A295CD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2730A-D0E3-4E4B-A46F-E6465A526A6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CD9928-6E06-88DB-9864-AB52F828D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3730F9-2DDD-1C9B-36CF-B73CD43DB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A6126-414C-4841-857E-D4885809D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1961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0173-66AA-3A3C-B235-DE3A1E58D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948690-E2D6-F332-F1B1-60D54FF502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0F3586-CE59-28D2-4E96-46972D18C9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2730A-D0E3-4E4B-A46F-E6465A526A6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6D27B-F24B-9C01-0E4A-198EF4EB68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F74A8-B9DB-A9D4-7DE7-CE549493B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A6126-414C-4841-857E-D4885809D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025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BD061-3BBC-49B6-4BD8-38C3A3EED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F3980-1149-FB79-9E7A-92BE227E4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B537C-3C69-16BB-2A53-9ABFAA1A08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C4B777-B810-8EE6-C956-E9E18A67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2730A-D0E3-4E4B-A46F-E6465A526A6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DAEC76-57FA-AD0D-2C33-73AFCBADE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D4CF5-AE75-FC92-AE44-6D5102275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A6126-414C-4841-857E-D4885809D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393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D0D7D-EF5D-7D03-6304-1D41C63F79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25A738-A2B4-9289-DA3E-1C9E8F0749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602E8E-A217-B9C6-8BA2-FCD7630FB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E0D022-42E5-99FE-F02F-B674587A400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ED7E41-2CCD-9001-9E3B-E04655D4C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E45BBA-9BB0-045B-EDA4-6BC341B1D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2730A-D0E3-4E4B-A46F-E6465A526A6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45BFC02-CEE2-C5E3-67A2-A6BF67C7D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B18AF5A-A5AB-F53F-2857-D1D72AB74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A6126-414C-4841-857E-D4885809D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7078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232A2-10FA-FF20-023D-623971F0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DFAF80-66C5-42C4-0282-2FFE4AC7A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2730A-D0E3-4E4B-A46F-E6465A526A6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26B76F-6C26-4AFF-4D1D-9970B8BA9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EF3D1B-4152-8BB2-88CE-8A9DB2E316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A6126-414C-4841-857E-D4885809D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036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724E15-97D7-1A4E-7903-18BB9DFED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2730A-D0E3-4E4B-A46F-E6465A526A6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DF48C7-90E2-8F52-8595-A2EB18F89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BA80B0-60DC-D2E0-2B31-70CC7E5F9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A6126-414C-4841-857E-D4885809D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984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10101-B3E5-3680-A2FF-69E737951B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9A469B-2BC9-40E6-8F33-9D9DA8CBE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FCB5B7-5077-E771-8B2C-69FD30F7EA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E7271-220C-02D4-9333-B39D7E837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2730A-D0E3-4E4B-A46F-E6465A526A6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B11677-217A-7F51-AD44-46845D2428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E7DA76-C571-C9B6-909F-8D9F99A8C5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A6126-414C-4841-857E-D4885809D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0406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7D7F5-390A-3F52-2E17-3F3784D3A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100749-D73E-5F2E-22A3-D55C27AC8D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79A3C8-45FE-096A-4B4A-1D6775E1FD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96CAF-D730-C9C2-9B80-9820284D5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2730A-D0E3-4E4B-A46F-E6465A526A6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75295D-8C02-4320-C781-78751CF07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57BA8-8AC4-EA56-A3F3-AA768DB48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A6126-414C-4841-857E-D4885809D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007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B847F-56C3-DBDC-992B-E7EDE7A7EF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13E8E6-5A61-FEBD-8065-2C531BF89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7C39D8-E18F-0F07-8F14-2C5D0745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2730A-D0E3-4E4B-A46F-E6465A526A6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566DCD-BF27-61C3-E3A0-51D485DF5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3B51F9-0B43-6FFC-9A87-7BBACB16E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A6126-414C-4841-857E-D4885809D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366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DF1B41-C347-83D8-AB91-FBE1BD9B3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6958C-F85E-D2BA-1BAC-0059688997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E60D43-308B-7B13-1AA1-40688A64F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D2730A-D0E3-4E4B-A46F-E6465A526A6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6F7949-8F66-ED66-8125-26E3D3532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12D2D-EA24-58A3-FC4A-49F61DDFC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2A6126-414C-4841-857E-D4885809D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833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D479A4-086F-BC87-73BD-2975B4D5F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51256-A6C4-525D-D7A4-64D9BBF9D1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70333-4AD3-F645-A5E2-D5EF414DA2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D2730A-D0E3-4E4B-A46F-E6465A526A6B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21986C-B7B7-3FF8-9A1C-DEE4EACA2B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66F365-D12A-F4BA-CE0C-E1A5AD5CEE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2A6126-414C-4841-857E-D4885809DC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785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9F7D788E-2C1B-4EF4-8719-12613771FF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452"/>
          </a:xfrm>
          <a:prstGeom prst="rect">
            <a:avLst/>
          </a:prstGeom>
          <a:solidFill>
            <a:srgbClr val="40404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52AF22-4128-7A22-0096-95E94AE1D8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49" y="3499076"/>
            <a:ext cx="6053558" cy="24247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Sistem de Gestiune Hoteliera</a:t>
            </a:r>
            <a:b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44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Pensiunea Schilacy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7C54E824-C0F4-480B-BC88-689F50C45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76199" y="548"/>
            <a:ext cx="4349752" cy="3142889"/>
          </a:xfrm>
          <a:custGeom>
            <a:avLst/>
            <a:gdLst>
              <a:gd name="connsiteX0" fmla="*/ 229420 w 4349752"/>
              <a:gd name="connsiteY0" fmla="*/ 0 h 3142889"/>
              <a:gd name="connsiteX1" fmla="*/ 4120333 w 4349752"/>
              <a:gd name="connsiteY1" fmla="*/ 0 h 3142889"/>
              <a:gd name="connsiteX2" fmla="*/ 4178840 w 4349752"/>
              <a:gd name="connsiteY2" fmla="*/ 121453 h 3142889"/>
              <a:gd name="connsiteX3" fmla="*/ 4349752 w 4349752"/>
              <a:gd name="connsiteY3" fmla="*/ 968013 h 3142889"/>
              <a:gd name="connsiteX4" fmla="*/ 2174876 w 4349752"/>
              <a:gd name="connsiteY4" fmla="*/ 3142889 h 3142889"/>
              <a:gd name="connsiteX5" fmla="*/ 0 w 4349752"/>
              <a:gd name="connsiteY5" fmla="*/ 968013 h 3142889"/>
              <a:gd name="connsiteX6" fmla="*/ 170913 w 4349752"/>
              <a:gd name="connsiteY6" fmla="*/ 121453 h 31428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49752" h="3142889">
                <a:moveTo>
                  <a:pt x="229420" y="0"/>
                </a:moveTo>
                <a:lnTo>
                  <a:pt x="4120333" y="0"/>
                </a:lnTo>
                <a:lnTo>
                  <a:pt x="4178840" y="121453"/>
                </a:lnTo>
                <a:cubicBezTo>
                  <a:pt x="4288894" y="381652"/>
                  <a:pt x="4349752" y="667725"/>
                  <a:pt x="4349752" y="968013"/>
                </a:cubicBezTo>
                <a:cubicBezTo>
                  <a:pt x="4349752" y="2169164"/>
                  <a:pt x="3376027" y="3142889"/>
                  <a:pt x="2174876" y="3142889"/>
                </a:cubicBezTo>
                <a:cubicBezTo>
                  <a:pt x="973725" y="3142889"/>
                  <a:pt x="0" y="2169164"/>
                  <a:pt x="0" y="968013"/>
                </a:cubicBezTo>
                <a:cubicBezTo>
                  <a:pt x="0" y="667725"/>
                  <a:pt x="60858" y="381652"/>
                  <a:pt x="170913" y="121453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58DEA6A1-FC5C-4E6E-BBBF-7E472949B3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3759" y="1421356"/>
            <a:ext cx="4538241" cy="5436644"/>
          </a:xfrm>
          <a:custGeom>
            <a:avLst/>
            <a:gdLst>
              <a:gd name="connsiteX0" fmla="*/ 3084645 w 4538241"/>
              <a:gd name="connsiteY0" fmla="*/ 0 h 5436644"/>
              <a:gd name="connsiteX1" fmla="*/ 4285328 w 4538241"/>
              <a:gd name="connsiteY1" fmla="*/ 242407 h 5436644"/>
              <a:gd name="connsiteX2" fmla="*/ 4538241 w 4538241"/>
              <a:gd name="connsiteY2" fmla="*/ 364242 h 5436644"/>
              <a:gd name="connsiteX3" fmla="*/ 4538241 w 4538241"/>
              <a:gd name="connsiteY3" fmla="*/ 5436644 h 5436644"/>
              <a:gd name="connsiteX4" fmla="*/ 1091428 w 4538241"/>
              <a:gd name="connsiteY4" fmla="*/ 5436644 h 5436644"/>
              <a:gd name="connsiteX5" fmla="*/ 903472 w 4538241"/>
              <a:gd name="connsiteY5" fmla="*/ 5265818 h 5436644"/>
              <a:gd name="connsiteX6" fmla="*/ 0 w 4538241"/>
              <a:gd name="connsiteY6" fmla="*/ 3084645 h 5436644"/>
              <a:gd name="connsiteX7" fmla="*/ 3084645 w 4538241"/>
              <a:gd name="connsiteY7" fmla="*/ 0 h 5436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38241" h="5436644">
                <a:moveTo>
                  <a:pt x="3084645" y="0"/>
                </a:moveTo>
                <a:cubicBezTo>
                  <a:pt x="3510546" y="0"/>
                  <a:pt x="3916286" y="86315"/>
                  <a:pt x="4285328" y="242407"/>
                </a:cubicBezTo>
                <a:lnTo>
                  <a:pt x="4538241" y="364242"/>
                </a:lnTo>
                <a:lnTo>
                  <a:pt x="4538241" y="5436644"/>
                </a:lnTo>
                <a:lnTo>
                  <a:pt x="1091428" y="5436644"/>
                </a:lnTo>
                <a:lnTo>
                  <a:pt x="903472" y="5265818"/>
                </a:lnTo>
                <a:cubicBezTo>
                  <a:pt x="345261" y="4707608"/>
                  <a:pt x="0" y="3936446"/>
                  <a:pt x="0" y="3084645"/>
                </a:cubicBezTo>
                <a:cubicBezTo>
                  <a:pt x="0" y="1381043"/>
                  <a:pt x="1381043" y="0"/>
                  <a:pt x="3084645" y="0"/>
                </a:cubicBez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6AAAC3B-1954-46B7-BBAC-27DFF5B52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39395" y="0"/>
            <a:ext cx="4023360" cy="2980240"/>
          </a:xfrm>
          <a:custGeom>
            <a:avLst/>
            <a:gdLst>
              <a:gd name="connsiteX0" fmla="*/ 248676 w 4023360"/>
              <a:gd name="connsiteY0" fmla="*/ 0 h 2980240"/>
              <a:gd name="connsiteX1" fmla="*/ 3774684 w 4023360"/>
              <a:gd name="connsiteY1" fmla="*/ 0 h 2980240"/>
              <a:gd name="connsiteX2" fmla="*/ 3780561 w 4023360"/>
              <a:gd name="connsiteY2" fmla="*/ 9674 h 2980240"/>
              <a:gd name="connsiteX3" fmla="*/ 4023360 w 4023360"/>
              <a:gd name="connsiteY3" fmla="*/ 968560 h 2980240"/>
              <a:gd name="connsiteX4" fmla="*/ 2011680 w 4023360"/>
              <a:gd name="connsiteY4" fmla="*/ 2980240 h 2980240"/>
              <a:gd name="connsiteX5" fmla="*/ 0 w 4023360"/>
              <a:gd name="connsiteY5" fmla="*/ 968560 h 2980240"/>
              <a:gd name="connsiteX6" fmla="*/ 242799 w 4023360"/>
              <a:gd name="connsiteY6" fmla="*/ 9674 h 298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23360" h="2980240">
                <a:moveTo>
                  <a:pt x="248676" y="0"/>
                </a:moveTo>
                <a:lnTo>
                  <a:pt x="3774684" y="0"/>
                </a:lnTo>
                <a:lnTo>
                  <a:pt x="3780561" y="9674"/>
                </a:lnTo>
                <a:cubicBezTo>
                  <a:pt x="3935405" y="294716"/>
                  <a:pt x="4023360" y="621366"/>
                  <a:pt x="4023360" y="968560"/>
                </a:cubicBezTo>
                <a:cubicBezTo>
                  <a:pt x="4023360" y="2079580"/>
                  <a:pt x="3122700" y="2980240"/>
                  <a:pt x="2011680" y="2980240"/>
                </a:cubicBezTo>
                <a:cubicBezTo>
                  <a:pt x="900660" y="2980240"/>
                  <a:pt x="0" y="2079580"/>
                  <a:pt x="0" y="968560"/>
                </a:cubicBezTo>
                <a:cubicBezTo>
                  <a:pt x="0" y="621366"/>
                  <a:pt x="87955" y="294716"/>
                  <a:pt x="242799" y="967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445723-6D48-AE4E-DEA0-68FD435883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98233" y="292093"/>
            <a:ext cx="3773928" cy="1792281"/>
          </a:xfrm>
        </p:spPr>
        <p:txBody>
          <a:bodyPr vert="horz" lIns="91440" tIns="45720" rIns="91440" bIns="45720" rtlCol="0" anchor="ctr">
            <a:normAutofit fontScale="92500"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  <a:p>
            <a:pPr algn="l"/>
            <a:r>
              <a:rPr lang="en-US" sz="2000" dirty="0" err="1"/>
              <a:t>Echipa</a:t>
            </a:r>
            <a:r>
              <a:rPr lang="en-US" sz="2000" dirty="0"/>
              <a:t>:</a:t>
            </a:r>
            <a:endParaRPr lang="ro-RO" sz="2000" dirty="0"/>
          </a:p>
          <a:p>
            <a:pPr algn="l"/>
            <a:r>
              <a:rPr lang="ro-RO" dirty="0"/>
              <a:t>- </a:t>
            </a:r>
            <a:r>
              <a:rPr lang="en-US" dirty="0"/>
              <a:t>Mihalca Marco Alexis Dimitri</a:t>
            </a:r>
            <a:endParaRPr lang="ro-RO" dirty="0"/>
          </a:p>
          <a:p>
            <a:pPr algn="l"/>
            <a:r>
              <a:rPr lang="ro-RO" dirty="0"/>
              <a:t>- </a:t>
            </a:r>
            <a:r>
              <a:rPr lang="en-US" dirty="0" err="1"/>
              <a:t>Popenciuc</a:t>
            </a:r>
            <a:r>
              <a:rPr lang="en-US" dirty="0"/>
              <a:t> Andrei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5AD6500-BB62-4AAC-9D2F-C10DDC90C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16897" y="1584494"/>
            <a:ext cx="4375105" cy="5273507"/>
          </a:xfrm>
          <a:custGeom>
            <a:avLst/>
            <a:gdLst>
              <a:gd name="connsiteX0" fmla="*/ 2921508 w 4375105"/>
              <a:gd name="connsiteY0" fmla="*/ 0 h 5273507"/>
              <a:gd name="connsiteX1" fmla="*/ 4314072 w 4375105"/>
              <a:gd name="connsiteY1" fmla="*/ 352611 h 5273507"/>
              <a:gd name="connsiteX2" fmla="*/ 4375105 w 4375105"/>
              <a:gd name="connsiteY2" fmla="*/ 389689 h 5273507"/>
              <a:gd name="connsiteX3" fmla="*/ 4375105 w 4375105"/>
              <a:gd name="connsiteY3" fmla="*/ 5273507 h 5273507"/>
              <a:gd name="connsiteX4" fmla="*/ 1193705 w 4375105"/>
              <a:gd name="connsiteY4" fmla="*/ 5273507 h 5273507"/>
              <a:gd name="connsiteX5" fmla="*/ 1063158 w 4375105"/>
              <a:gd name="connsiteY5" fmla="*/ 5175886 h 5273507"/>
              <a:gd name="connsiteX6" fmla="*/ 0 w 4375105"/>
              <a:gd name="connsiteY6" fmla="*/ 2921508 h 5273507"/>
              <a:gd name="connsiteX7" fmla="*/ 2921508 w 4375105"/>
              <a:gd name="connsiteY7" fmla="*/ 0 h 52735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375105" h="5273507">
                <a:moveTo>
                  <a:pt x="2921508" y="0"/>
                </a:moveTo>
                <a:cubicBezTo>
                  <a:pt x="3425728" y="0"/>
                  <a:pt x="3900114" y="127735"/>
                  <a:pt x="4314072" y="352611"/>
                </a:cubicBezTo>
                <a:lnTo>
                  <a:pt x="4375105" y="389689"/>
                </a:lnTo>
                <a:lnTo>
                  <a:pt x="4375105" y="5273507"/>
                </a:lnTo>
                <a:lnTo>
                  <a:pt x="1193705" y="5273507"/>
                </a:lnTo>
                <a:lnTo>
                  <a:pt x="1063158" y="5175886"/>
                </a:lnTo>
                <a:cubicBezTo>
                  <a:pt x="413861" y="4640038"/>
                  <a:pt x="0" y="3829104"/>
                  <a:pt x="0" y="2921508"/>
                </a:cubicBezTo>
                <a:cubicBezTo>
                  <a:pt x="0" y="1308004"/>
                  <a:pt x="1308004" y="0"/>
                  <a:pt x="2921508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194DCE-1758-2E9F-55A0-1A4693A0100F}"/>
              </a:ext>
            </a:extLst>
          </p:cNvPr>
          <p:cNvSpPr txBox="1"/>
          <p:nvPr/>
        </p:nvSpPr>
        <p:spPr>
          <a:xfrm>
            <a:off x="8557395" y="2980240"/>
            <a:ext cx="3474621" cy="27804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 err="1"/>
              <a:t>Pensiune</a:t>
            </a:r>
            <a:r>
              <a:rPr lang="en-US" sz="2000" dirty="0"/>
              <a:t> cu </a:t>
            </a:r>
            <a:r>
              <a:rPr lang="en-US" sz="2000" dirty="0" err="1"/>
              <a:t>resurse</a:t>
            </a:r>
            <a:r>
              <a:rPr lang="en-US" sz="2000" dirty="0"/>
              <a:t> </a:t>
            </a:r>
            <a:r>
              <a:rPr lang="en-US" sz="2000" dirty="0" err="1"/>
              <a:t>intr</a:t>
            </a:r>
            <a:r>
              <a:rPr lang="en-US" sz="2000" dirty="0"/>
              <a:t>-o </a:t>
            </a:r>
            <a:r>
              <a:rPr lang="en-US" sz="2000" dirty="0" err="1"/>
              <a:t>constanta</a:t>
            </a:r>
            <a:r>
              <a:rPr lang="en-US" sz="2000" dirty="0"/>
              <a:t> </a:t>
            </a:r>
            <a:r>
              <a:rPr lang="en-US" sz="2000" dirty="0" err="1"/>
              <a:t>modificare</a:t>
            </a:r>
            <a:r>
              <a:rPr lang="en-US" sz="2000" dirty="0"/>
              <a:t>.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/>
              <a:t>Tema: </a:t>
            </a:r>
            <a:r>
              <a:rPr lang="en-US" sz="2000" dirty="0" err="1"/>
              <a:t>Gestionarea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</a:t>
            </a:r>
            <a:r>
              <a:rPr lang="en-US" sz="2000" dirty="0" err="1"/>
              <a:t>managerizarea</a:t>
            </a:r>
            <a:r>
              <a:rPr lang="en-US" sz="2000" dirty="0"/>
              <a:t> </a:t>
            </a:r>
            <a:r>
              <a:rPr lang="en-US" sz="2000" dirty="0" err="1"/>
              <a:t>resurselor</a:t>
            </a:r>
            <a:r>
              <a:rPr lang="en-US" sz="2000" dirty="0"/>
              <a:t> </a:t>
            </a:r>
            <a:r>
              <a:rPr lang="en-US" sz="2000" dirty="0" err="1"/>
              <a:t>și</a:t>
            </a:r>
            <a:r>
              <a:rPr lang="en-US" sz="2000" dirty="0"/>
              <a:t> a </a:t>
            </a:r>
            <a:r>
              <a:rPr lang="en-US" sz="2000" dirty="0" err="1"/>
              <a:t>rezervațiilor</a:t>
            </a:r>
            <a:r>
              <a:rPr lang="en-US" sz="2000" dirty="0"/>
              <a:t> </a:t>
            </a:r>
            <a:r>
              <a:rPr lang="en-US" sz="2000" dirty="0" err="1"/>
              <a:t>unei</a:t>
            </a:r>
            <a:r>
              <a:rPr lang="en-US" sz="2000" dirty="0"/>
              <a:t> </a:t>
            </a:r>
            <a:r>
              <a:rPr lang="en-US" sz="2000" dirty="0" err="1"/>
              <a:t>pensiuni</a:t>
            </a:r>
            <a:endParaRPr lang="en-US" sz="2000" dirty="0"/>
          </a:p>
          <a:p>
            <a:pPr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1" dirty="0" err="1"/>
              <a:t>Motivația</a:t>
            </a:r>
            <a:r>
              <a:rPr lang="en-US" sz="2000" b="1" dirty="0"/>
              <a:t>: </a:t>
            </a:r>
            <a:r>
              <a:rPr lang="en-US" sz="2000" dirty="0" err="1"/>
              <a:t>Realizarea</a:t>
            </a:r>
            <a:r>
              <a:rPr lang="en-US" sz="2000" dirty="0"/>
              <a:t> </a:t>
            </a:r>
            <a:r>
              <a:rPr lang="en-US" sz="2000" dirty="0" err="1"/>
              <a:t>unei</a:t>
            </a:r>
            <a:r>
              <a:rPr lang="en-US" sz="2000" dirty="0"/>
              <a:t> </a:t>
            </a:r>
            <a:r>
              <a:rPr lang="en-US" sz="2000" dirty="0" err="1"/>
              <a:t>aplicații</a:t>
            </a:r>
            <a:r>
              <a:rPr lang="en-US" sz="2000" dirty="0"/>
              <a:t> u</a:t>
            </a:r>
            <a:r>
              <a:rPr lang="ro-RO" sz="2000" dirty="0" err="1"/>
              <a:t>șor</a:t>
            </a:r>
            <a:r>
              <a:rPr lang="ro-RO" sz="2000" dirty="0"/>
              <a:t> de folosit,</a:t>
            </a:r>
            <a:r>
              <a:rPr lang="en-US" sz="2000" dirty="0"/>
              <a:t> </a:t>
            </a:r>
            <a:r>
              <a:rPr lang="en-US" sz="2000" dirty="0" err="1"/>
              <a:t>pentru</a:t>
            </a:r>
            <a:r>
              <a:rPr lang="en-US" sz="2000" dirty="0"/>
              <a:t> </a:t>
            </a:r>
            <a:r>
              <a:rPr lang="en-US" sz="2000" dirty="0" err="1"/>
              <a:t>gestionarea</a:t>
            </a:r>
            <a:r>
              <a:rPr lang="ro-RO" sz="2000" dirty="0"/>
              <a:t> unei pensiuni</a:t>
            </a:r>
            <a:r>
              <a:rPr lang="en-US" sz="2000" dirty="0"/>
              <a:t> cu </a:t>
            </a:r>
            <a:r>
              <a:rPr lang="en-US" sz="2000" dirty="0" err="1"/>
              <a:t>succes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7630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F6DA7-90CE-1A26-862E-CA790FEAB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Cerin</a:t>
            </a:r>
            <a:r>
              <a:rPr lang="ro-RO" sz="4800" dirty="0"/>
              <a:t>ț</a:t>
            </a:r>
            <a:r>
              <a:rPr lang="en-US" sz="4800" dirty="0" err="1"/>
              <a:t>ele</a:t>
            </a:r>
            <a:r>
              <a:rPr lang="en-US" sz="4800" dirty="0"/>
              <a:t> </a:t>
            </a:r>
            <a:r>
              <a:rPr lang="en-US" sz="4800" dirty="0" err="1"/>
              <a:t>Aplica</a:t>
            </a:r>
            <a:r>
              <a:rPr lang="ro-RO" sz="4800" dirty="0"/>
              <a:t>ț</a:t>
            </a:r>
            <a:r>
              <a:rPr lang="en-US" sz="4800" dirty="0" err="1"/>
              <a:t>iei</a:t>
            </a:r>
            <a:r>
              <a:rPr lang="en-US" sz="4800" dirty="0"/>
              <a:t> &amp; Func</a:t>
            </a:r>
            <a:r>
              <a:rPr lang="ro-RO" sz="4800" dirty="0"/>
              <a:t>ț</a:t>
            </a:r>
            <a:r>
              <a:rPr lang="en-US" sz="4800" dirty="0" err="1"/>
              <a:t>ionalit</a:t>
            </a:r>
            <a:r>
              <a:rPr lang="ro-RO" sz="4800" dirty="0" err="1"/>
              <a:t>ăț</a:t>
            </a:r>
            <a:r>
              <a:rPr lang="en-US" sz="4800" dirty="0" err="1"/>
              <a:t>i</a:t>
            </a:r>
            <a:endParaRPr lang="en-US" sz="4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6EF9CA7-09A6-097C-62FB-D921A26C800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28068924"/>
              </p:ext>
            </p:extLst>
          </p:nvPr>
        </p:nvGraphicFramePr>
        <p:xfrm>
          <a:off x="904602" y="3017519"/>
          <a:ext cx="10378440" cy="32099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9102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D8233B0-41B5-4D9A-AEEC-13DB66A8C9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33B0ACE-7A19-A465-335A-F208A44C2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ro-RO" sz="5400"/>
              <a:t>Tehnologii folosite ș</a:t>
            </a:r>
            <a:r>
              <a:rPr lang="en-US" sz="5400"/>
              <a:t>i</a:t>
            </a:r>
            <a:r>
              <a:rPr lang="ro-RO" sz="5400"/>
              <a:t> arhitectura</a:t>
            </a:r>
            <a:endParaRPr lang="en-US" sz="540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417876-BC83-974B-1161-A533D7E4505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9988391"/>
              </p:ext>
            </p:extLst>
          </p:nvPr>
        </p:nvGraphicFramePr>
        <p:xfrm>
          <a:off x="808638" y="2846662"/>
          <a:ext cx="10039472" cy="34381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793725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A0D970C-5C6E-78DA-2D55-D5B0D053D52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FDDE2F-1CA2-E7FF-70B2-76ECA2053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/>
              <a:t>Use Cases </a:t>
            </a:r>
            <a:r>
              <a:rPr lang="ro-RO"/>
              <a:t>ș</a:t>
            </a:r>
            <a:r>
              <a:rPr lang="en-US"/>
              <a:t>i Testare Unitar</a:t>
            </a:r>
            <a:r>
              <a:rPr lang="ro-RO"/>
              <a:t>ă</a:t>
            </a:r>
            <a:endParaRPr lang="en-US" dirty="0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97D2ED55-81B5-3CAE-BDC9-A3A586E3C0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16529571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48738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AA0E2B-A062-9C14-F8A8-7068BA601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r>
              <a:rPr lang="it-IT" dirty="0"/>
              <a:t>Rezultate</a:t>
            </a:r>
            <a:r>
              <a:rPr lang="ro-RO" dirty="0"/>
              <a:t> și</a:t>
            </a:r>
            <a:r>
              <a:rPr lang="it-IT" dirty="0"/>
              <a:t> Concluzii</a:t>
            </a:r>
            <a:endParaRPr lang="en-US" dirty="0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house with cars parked in front of it&#10;&#10;AI-generated content may be incorrect.">
            <a:extLst>
              <a:ext uri="{FF2B5EF4-FFF2-40B4-BE49-F238E27FC236}">
                <a16:creationId xmlns:a16="http://schemas.microsoft.com/office/drawing/2014/main" id="{806928A2-14AE-4438-2447-3E81DB99DD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25" r="7631" b="-1"/>
          <a:stretch>
            <a:fillRect/>
          </a:stretch>
        </p:blipFill>
        <p:spPr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</p:pic>
      <p:sp>
        <p:nvSpPr>
          <p:cNvPr id="23" name="Arc 22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B70862-A86E-B109-8134-35234D845CF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3384387"/>
              </p:ext>
            </p:extLst>
          </p:nvPr>
        </p:nvGraphicFramePr>
        <p:xfrm>
          <a:off x="838201" y="1825625"/>
          <a:ext cx="5092194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92093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240</Words>
  <Application>Microsoft Office PowerPoint</Application>
  <PresentationFormat>Widescreen</PresentationFormat>
  <Paragraphs>34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Sistem de Gestiune Hoteliera Pensiunea Schilacy</vt:lpstr>
      <vt:lpstr>Cerințele Aplicației &amp; Funcționalități</vt:lpstr>
      <vt:lpstr>Tehnologii folosite și arhitectura</vt:lpstr>
      <vt:lpstr>Use Cases și Testare Unitară</vt:lpstr>
      <vt:lpstr>Rezultate și Concluzii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Alexis Dimitri Mihalca</dc:creator>
  <cp:lastModifiedBy>Marco Alexis Dimitri Mihalca</cp:lastModifiedBy>
  <cp:revision>4</cp:revision>
  <dcterms:created xsi:type="dcterms:W3CDTF">2025-12-15T16:58:14Z</dcterms:created>
  <dcterms:modified xsi:type="dcterms:W3CDTF">2025-12-16T09:15:47Z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2025-12-15T17:39:36Z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e16d3ce4-3d56-4cda-8b14-f9171a8bb981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